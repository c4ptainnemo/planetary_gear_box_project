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63" r:id="rId5"/>
    <p:sldId id="262" r:id="rId6"/>
    <p:sldId id="259" r:id="rId7"/>
    <p:sldId id="260" r:id="rId8"/>
    <p:sldId id="264" r:id="rId9"/>
    <p:sldId id="272" r:id="rId10"/>
    <p:sldId id="265" r:id="rId11"/>
    <p:sldId id="268" r:id="rId12"/>
    <p:sldId id="266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E2"/>
    <a:srgbClr val="F9F3E3"/>
    <a:srgbClr val="DBD60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4EB33-8C52-4DD0-99CE-0FA78B1BCEE6}" v="3" dt="2025-11-18T05:12:1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9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Telfer" userId="49eb336db9b11546" providerId="LiveId" clId="{D9B225C4-9999-4E01-B239-30E8EEC90793}"/>
    <pc:docChg chg="undo custSel modSld">
      <pc:chgData name="Adam Telfer" userId="49eb336db9b11546" providerId="LiveId" clId="{D9B225C4-9999-4E01-B239-30E8EEC90793}" dt="2025-11-18T05:12:25.031" v="9" actId="478"/>
      <pc:docMkLst>
        <pc:docMk/>
      </pc:docMkLst>
      <pc:sldChg chg="addSp delSp modSp mod">
        <pc:chgData name="Adam Telfer" userId="49eb336db9b11546" providerId="LiveId" clId="{D9B225C4-9999-4E01-B239-30E8EEC90793}" dt="2025-11-18T05:12:25.031" v="9" actId="478"/>
        <pc:sldMkLst>
          <pc:docMk/>
          <pc:sldMk cId="1302407065" sldId="269"/>
        </pc:sldMkLst>
        <pc:spChg chg="mod">
          <ac:chgData name="Adam Telfer" userId="49eb336db9b11546" providerId="LiveId" clId="{D9B225C4-9999-4E01-B239-30E8EEC90793}" dt="2025-11-18T05:12:07.917" v="0" actId="165"/>
          <ac:spMkLst>
            <pc:docMk/>
            <pc:sldMk cId="1302407065" sldId="269"/>
            <ac:spMk id="11" creationId="{6807C49A-52CE-735C-80C1-4F14DF760E03}"/>
          </ac:spMkLst>
        </pc:spChg>
        <pc:spChg chg="mod">
          <ac:chgData name="Adam Telfer" userId="49eb336db9b11546" providerId="LiveId" clId="{D9B225C4-9999-4E01-B239-30E8EEC90793}" dt="2025-11-18T05:12:07.917" v="0" actId="165"/>
          <ac:spMkLst>
            <pc:docMk/>
            <pc:sldMk cId="1302407065" sldId="269"/>
            <ac:spMk id="14" creationId="{B5BCB167-5B82-28B0-E279-B03B70F3A9F2}"/>
          </ac:spMkLst>
        </pc:spChg>
        <pc:spChg chg="mod">
          <ac:chgData name="Adam Telfer" userId="49eb336db9b11546" providerId="LiveId" clId="{D9B225C4-9999-4E01-B239-30E8EEC90793}" dt="2025-11-18T05:12:07.917" v="0" actId="165"/>
          <ac:spMkLst>
            <pc:docMk/>
            <pc:sldMk cId="1302407065" sldId="269"/>
            <ac:spMk id="15" creationId="{405166ED-4BF8-921E-670B-765394CE48A4}"/>
          </ac:spMkLst>
        </pc:spChg>
        <pc:spChg chg="mod">
          <ac:chgData name="Adam Telfer" userId="49eb336db9b11546" providerId="LiveId" clId="{D9B225C4-9999-4E01-B239-30E8EEC90793}" dt="2025-11-18T05:12:15.187" v="3" actId="165"/>
          <ac:spMkLst>
            <pc:docMk/>
            <pc:sldMk cId="1302407065" sldId="269"/>
            <ac:spMk id="30" creationId="{1A061236-5756-5DB8-EBDD-D21743CFCA9F}"/>
          </ac:spMkLst>
        </pc:spChg>
        <pc:spChg chg="mod">
          <ac:chgData name="Adam Telfer" userId="49eb336db9b11546" providerId="LiveId" clId="{D9B225C4-9999-4E01-B239-30E8EEC90793}" dt="2025-11-18T05:12:15.187" v="3" actId="165"/>
          <ac:spMkLst>
            <pc:docMk/>
            <pc:sldMk cId="1302407065" sldId="269"/>
            <ac:spMk id="33" creationId="{560BC187-5667-2362-8807-008795D9008A}"/>
          </ac:spMkLst>
        </pc:spChg>
        <pc:spChg chg="mod">
          <ac:chgData name="Adam Telfer" userId="49eb336db9b11546" providerId="LiveId" clId="{D9B225C4-9999-4E01-B239-30E8EEC90793}" dt="2025-11-18T05:12:15.187" v="3" actId="165"/>
          <ac:spMkLst>
            <pc:docMk/>
            <pc:sldMk cId="1302407065" sldId="269"/>
            <ac:spMk id="34" creationId="{52364466-8997-C760-586C-59E50F6F568D}"/>
          </ac:spMkLst>
        </pc:spChg>
        <pc:spChg chg="mod">
          <ac:chgData name="Adam Telfer" userId="49eb336db9b11546" providerId="LiveId" clId="{D9B225C4-9999-4E01-B239-30E8EEC90793}" dt="2025-11-18T05:12:19.522" v="5" actId="165"/>
          <ac:spMkLst>
            <pc:docMk/>
            <pc:sldMk cId="1302407065" sldId="269"/>
            <ac:spMk id="39" creationId="{1CC42C68-6244-275B-153E-F40A1ADEB617}"/>
          </ac:spMkLst>
        </pc:spChg>
        <pc:spChg chg="mod">
          <ac:chgData name="Adam Telfer" userId="49eb336db9b11546" providerId="LiveId" clId="{D9B225C4-9999-4E01-B239-30E8EEC90793}" dt="2025-11-18T05:12:19.522" v="5" actId="165"/>
          <ac:spMkLst>
            <pc:docMk/>
            <pc:sldMk cId="1302407065" sldId="269"/>
            <ac:spMk id="42" creationId="{3AD27398-F96D-8B66-149E-76B8DB885E06}"/>
          </ac:spMkLst>
        </pc:spChg>
        <pc:spChg chg="mod">
          <ac:chgData name="Adam Telfer" userId="49eb336db9b11546" providerId="LiveId" clId="{D9B225C4-9999-4E01-B239-30E8EEC90793}" dt="2025-11-18T05:12:19.522" v="5" actId="165"/>
          <ac:spMkLst>
            <pc:docMk/>
            <pc:sldMk cId="1302407065" sldId="269"/>
            <ac:spMk id="43" creationId="{A5F383FA-5D4E-AE16-25F5-388C2556B4B8}"/>
          </ac:spMkLst>
        </pc:spChg>
        <pc:grpChg chg="del mod topLvl">
          <ac:chgData name="Adam Telfer" userId="49eb336db9b11546" providerId="LiveId" clId="{D9B225C4-9999-4E01-B239-30E8EEC90793}" dt="2025-11-18T05:12:16.754" v="4" actId="478"/>
          <ac:grpSpMkLst>
            <pc:docMk/>
            <pc:sldMk cId="1302407065" sldId="269"/>
            <ac:grpSpMk id="2" creationId="{90565E26-5F70-ABDC-949E-E28F3FBC06A0}"/>
          </ac:grpSpMkLst>
        </pc:grpChg>
        <pc:grpChg chg="mod">
          <ac:chgData name="Adam Telfer" userId="49eb336db9b11546" providerId="LiveId" clId="{D9B225C4-9999-4E01-B239-30E8EEC90793}" dt="2025-11-18T05:12:15.187" v="3" actId="165"/>
          <ac:grpSpMkLst>
            <pc:docMk/>
            <pc:sldMk cId="1302407065" sldId="269"/>
            <ac:grpSpMk id="5" creationId="{248A1656-470E-2ED5-AB6E-56499A01B908}"/>
          </ac:grpSpMkLst>
        </pc:grpChg>
        <pc:grpChg chg="del mod topLvl">
          <ac:chgData name="Adam Telfer" userId="49eb336db9b11546" providerId="LiveId" clId="{D9B225C4-9999-4E01-B239-30E8EEC90793}" dt="2025-11-18T05:12:10.690" v="1" actId="478"/>
          <ac:grpSpMkLst>
            <pc:docMk/>
            <pc:sldMk cId="1302407065" sldId="269"/>
            <ac:grpSpMk id="19" creationId="{61D0A3A1-B9FF-4AD7-68AC-B275403B522A}"/>
          </ac:grpSpMkLst>
        </pc:grpChg>
        <pc:grpChg chg="mod">
          <ac:chgData name="Adam Telfer" userId="49eb336db9b11546" providerId="LiveId" clId="{D9B225C4-9999-4E01-B239-30E8EEC90793}" dt="2025-11-18T05:12:07.917" v="0" actId="165"/>
          <ac:grpSpMkLst>
            <pc:docMk/>
            <pc:sldMk cId="1302407065" sldId="269"/>
            <ac:grpSpMk id="21" creationId="{D72F240B-BB6F-1540-030A-024019BD03EC}"/>
          </ac:grpSpMkLst>
        </pc:grpChg>
        <pc:grpChg chg="add del mod topLvl">
          <ac:chgData name="Adam Telfer" userId="49eb336db9b11546" providerId="LiveId" clId="{D9B225C4-9999-4E01-B239-30E8EEC90793}" dt="2025-11-18T05:12:25.031" v="9" actId="478"/>
          <ac:grpSpMkLst>
            <pc:docMk/>
            <pc:sldMk cId="1302407065" sldId="269"/>
            <ac:grpSpMk id="35" creationId="{258B68D9-E74C-8E19-453A-C7365F26771F}"/>
          </ac:grpSpMkLst>
        </pc:grpChg>
        <pc:grpChg chg="mod">
          <ac:chgData name="Adam Telfer" userId="49eb336db9b11546" providerId="LiveId" clId="{D9B225C4-9999-4E01-B239-30E8EEC90793}" dt="2025-11-18T05:12:19.522" v="5" actId="165"/>
          <ac:grpSpMkLst>
            <pc:docMk/>
            <pc:sldMk cId="1302407065" sldId="269"/>
            <ac:grpSpMk id="46" creationId="{8934EE7C-FA8D-E6BB-870E-0500E5F6A952}"/>
          </ac:grpSpMkLst>
        </pc:grpChg>
        <pc:grpChg chg="mod topLvl">
          <ac:chgData name="Adam Telfer" userId="49eb336db9b11546" providerId="LiveId" clId="{D9B225C4-9999-4E01-B239-30E8EEC90793}" dt="2025-11-18T05:12:07.917" v="0" actId="165"/>
          <ac:grpSpMkLst>
            <pc:docMk/>
            <pc:sldMk cId="1302407065" sldId="269"/>
            <ac:grpSpMk id="50" creationId="{99CF8A4A-5968-CC00-EF6E-067AC8CE8EAE}"/>
          </ac:grpSpMkLst>
        </pc:grpChg>
        <pc:grpChg chg="mod topLvl">
          <ac:chgData name="Adam Telfer" userId="49eb336db9b11546" providerId="LiveId" clId="{D9B225C4-9999-4E01-B239-30E8EEC90793}" dt="2025-11-18T05:12:15.187" v="3" actId="165"/>
          <ac:grpSpMkLst>
            <pc:docMk/>
            <pc:sldMk cId="1302407065" sldId="269"/>
            <ac:grpSpMk id="51" creationId="{BE8624D9-0E44-B0E9-0CEF-3DFFA128A3F9}"/>
          </ac:grpSpMkLst>
        </pc:grpChg>
        <pc:grpChg chg="add del">
          <ac:chgData name="Adam Telfer" userId="49eb336db9b11546" providerId="LiveId" clId="{D9B225C4-9999-4E01-B239-30E8EEC90793}" dt="2025-11-18T05:12:21.231" v="7" actId="478"/>
          <ac:grpSpMkLst>
            <pc:docMk/>
            <pc:sldMk cId="1302407065" sldId="269"/>
            <ac:grpSpMk id="52" creationId="{61043B81-0906-7D13-0AB0-642A58711789}"/>
          </ac:grpSpMkLst>
        </pc:grpChg>
        <pc:grpChg chg="del">
          <ac:chgData name="Adam Telfer" userId="49eb336db9b11546" providerId="LiveId" clId="{D9B225C4-9999-4E01-B239-30E8EEC90793}" dt="2025-11-18T05:12:16.754" v="4" actId="478"/>
          <ac:grpSpMkLst>
            <pc:docMk/>
            <pc:sldMk cId="1302407065" sldId="269"/>
            <ac:grpSpMk id="56" creationId="{24A5929F-28E9-BDBF-5773-A69D8A97509B}"/>
          </ac:grpSpMkLst>
        </pc:grpChg>
        <pc:grpChg chg="mod">
          <ac:chgData name="Adam Telfer" userId="49eb336db9b11546" providerId="LiveId" clId="{D9B225C4-9999-4E01-B239-30E8EEC90793}" dt="2025-11-18T05:12:15.187" v="3" actId="165"/>
          <ac:grpSpMkLst>
            <pc:docMk/>
            <pc:sldMk cId="1302407065" sldId="269"/>
            <ac:grpSpMk id="58" creationId="{CA8E5F3E-0905-E77B-1E1B-1486B300CF9B}"/>
          </ac:grpSpMkLst>
        </pc:grpChg>
        <pc:grpChg chg="mod">
          <ac:chgData name="Adam Telfer" userId="49eb336db9b11546" providerId="LiveId" clId="{D9B225C4-9999-4E01-B239-30E8EEC90793}" dt="2025-11-18T05:12:15.187" v="3" actId="165"/>
          <ac:grpSpMkLst>
            <pc:docMk/>
            <pc:sldMk cId="1302407065" sldId="269"/>
            <ac:grpSpMk id="59" creationId="{5D106FDA-9AEE-4CFC-EAA1-A293F99913EC}"/>
          </ac:grpSpMkLst>
        </pc:grpChg>
        <pc:grpChg chg="del mod topLvl">
          <ac:chgData name="Adam Telfer" userId="49eb336db9b11546" providerId="LiveId" clId="{D9B225C4-9999-4E01-B239-30E8EEC90793}" dt="2025-11-18T05:12:11.822" v="2" actId="478"/>
          <ac:grpSpMkLst>
            <pc:docMk/>
            <pc:sldMk cId="1302407065" sldId="269"/>
            <ac:grpSpMk id="64" creationId="{D1C9371E-A3ED-0ACE-B807-DF85C0C8EB73}"/>
          </ac:grpSpMkLst>
        </pc:grpChg>
        <pc:grpChg chg="mod">
          <ac:chgData name="Adam Telfer" userId="49eb336db9b11546" providerId="LiveId" clId="{D9B225C4-9999-4E01-B239-30E8EEC90793}" dt="2025-11-18T05:12:07.917" v="0" actId="165"/>
          <ac:grpSpMkLst>
            <pc:docMk/>
            <pc:sldMk cId="1302407065" sldId="269"/>
            <ac:grpSpMk id="67" creationId="{60425524-1E5C-7427-1D72-715307D5D545}"/>
          </ac:grpSpMkLst>
        </pc:grpChg>
        <pc:grpChg chg="add del mod topLvl">
          <ac:chgData name="Adam Telfer" userId="49eb336db9b11546" providerId="LiveId" clId="{D9B225C4-9999-4E01-B239-30E8EEC90793}" dt="2025-11-18T05:12:24.029" v="8" actId="478"/>
          <ac:grpSpMkLst>
            <pc:docMk/>
            <pc:sldMk cId="1302407065" sldId="269"/>
            <ac:grpSpMk id="72" creationId="{4E29EC76-7DD1-9296-57E4-3C4E19B5F237}"/>
          </ac:grpSpMkLst>
        </pc:grpChg>
        <pc:grpChg chg="mod">
          <ac:chgData name="Adam Telfer" userId="49eb336db9b11546" providerId="LiveId" clId="{D9B225C4-9999-4E01-B239-30E8EEC90793}" dt="2025-11-18T05:12:19.522" v="5" actId="165"/>
          <ac:grpSpMkLst>
            <pc:docMk/>
            <pc:sldMk cId="1302407065" sldId="269"/>
            <ac:grpSpMk id="74" creationId="{06FB2170-2F86-AE8A-74CB-A58EE000A2EC}"/>
          </ac:grpSpMkLst>
        </pc:grpChg>
        <pc:grpChg chg="mod">
          <ac:chgData name="Adam Telfer" userId="49eb336db9b11546" providerId="LiveId" clId="{D9B225C4-9999-4E01-B239-30E8EEC90793}" dt="2025-11-18T05:12:19.522" v="5" actId="165"/>
          <ac:grpSpMkLst>
            <pc:docMk/>
            <pc:sldMk cId="1302407065" sldId="269"/>
            <ac:grpSpMk id="75" creationId="{DE7E8C9B-3558-E007-0945-C33AFA4C0703}"/>
          </ac:grpSpMkLst>
        </pc:grpChg>
        <pc:grpChg chg="del">
          <ac:chgData name="Adam Telfer" userId="49eb336db9b11546" providerId="LiveId" clId="{D9B225C4-9999-4E01-B239-30E8EEC90793}" dt="2025-11-18T05:12:15.187" v="3" actId="165"/>
          <ac:grpSpMkLst>
            <pc:docMk/>
            <pc:sldMk cId="1302407065" sldId="269"/>
            <ac:grpSpMk id="80" creationId="{9DFAB33B-7E1D-4BA1-DD7E-404A1BAD1364}"/>
          </ac:grpSpMkLst>
        </pc:grpChg>
        <pc:grpChg chg="del">
          <ac:chgData name="Adam Telfer" userId="49eb336db9b11546" providerId="LiveId" clId="{D9B225C4-9999-4E01-B239-30E8EEC90793}" dt="2025-11-18T05:12:07.917" v="0" actId="165"/>
          <ac:grpSpMkLst>
            <pc:docMk/>
            <pc:sldMk cId="1302407065" sldId="269"/>
            <ac:grpSpMk id="81" creationId="{CCC031D6-8999-A301-F29D-F5F233AFF046}"/>
          </ac:grpSpMkLst>
        </pc:grpChg>
        <pc:grpChg chg="del">
          <ac:chgData name="Adam Telfer" userId="49eb336db9b11546" providerId="LiveId" clId="{D9B225C4-9999-4E01-B239-30E8EEC90793}" dt="2025-11-18T05:12:19.522" v="5" actId="165"/>
          <ac:grpSpMkLst>
            <pc:docMk/>
            <pc:sldMk cId="1302407065" sldId="269"/>
            <ac:grpSpMk id="82" creationId="{2083EDCA-1CD0-DC72-F0DF-F879FBD0A947}"/>
          </ac:grpSpMkLst>
        </pc:grpChg>
        <pc:picChg chg="mod">
          <ac:chgData name="Adam Telfer" userId="49eb336db9b11546" providerId="LiveId" clId="{D9B225C4-9999-4E01-B239-30E8EEC90793}" dt="2025-11-18T05:12:07.917" v="0" actId="165"/>
          <ac:picMkLst>
            <pc:docMk/>
            <pc:sldMk cId="1302407065" sldId="269"/>
            <ac:picMk id="7" creationId="{759653C8-67EB-4EBD-B604-228E79D29A67}"/>
          </ac:picMkLst>
        </pc:picChg>
        <pc:picChg chg="mod">
          <ac:chgData name="Adam Telfer" userId="49eb336db9b11546" providerId="LiveId" clId="{D9B225C4-9999-4E01-B239-30E8EEC90793}" dt="2025-11-18T05:12:15.187" v="3" actId="165"/>
          <ac:picMkLst>
            <pc:docMk/>
            <pc:sldMk cId="1302407065" sldId="269"/>
            <ac:picMk id="45" creationId="{4A801931-D9EC-BE9C-6551-9739856DE940}"/>
          </ac:picMkLst>
        </pc:picChg>
        <pc:picChg chg="mod">
          <ac:chgData name="Adam Telfer" userId="49eb336db9b11546" providerId="LiveId" clId="{D9B225C4-9999-4E01-B239-30E8EEC90793}" dt="2025-11-18T05:12:19.522" v="5" actId="165"/>
          <ac:picMkLst>
            <pc:docMk/>
            <pc:sldMk cId="1302407065" sldId="269"/>
            <ac:picMk id="47" creationId="{75EBE2F3-4CDC-B6C6-5258-3DB8066C9564}"/>
          </ac:picMkLst>
        </pc:picChg>
      </pc:sldChg>
    </pc:docChg>
  </pc:docChgLst>
  <pc:docChgLst>
    <pc:chgData name="Adam Telfer" userId="63495737-7d16-4369-af85-edb745118219" providerId="ADAL" clId="{D9B225C4-9999-4E01-B239-30E8EEC90793}"/>
    <pc:docChg chg="undo custSel addSld delSld modSld">
      <pc:chgData name="Adam Telfer" userId="63495737-7d16-4369-af85-edb745118219" providerId="ADAL" clId="{D9B225C4-9999-4E01-B239-30E8EEC90793}" dt="2025-10-26T10:46:15.318" v="1193" actId="1038"/>
      <pc:docMkLst>
        <pc:docMk/>
      </pc:docMkLst>
      <pc:sldChg chg="addSp delSp modSp add del mod">
        <pc:chgData name="Adam Telfer" userId="63495737-7d16-4369-af85-edb745118219" providerId="ADAL" clId="{D9B225C4-9999-4E01-B239-30E8EEC90793}" dt="2025-10-24T03:15:23.850" v="1063" actId="478"/>
        <pc:sldMkLst>
          <pc:docMk/>
          <pc:sldMk cId="2843626221" sldId="265"/>
        </pc:sldMkLst>
      </pc:sldChg>
      <pc:sldChg chg="addSp delSp modSp add del mod">
        <pc:chgData name="Adam Telfer" userId="63495737-7d16-4369-af85-edb745118219" providerId="ADAL" clId="{D9B225C4-9999-4E01-B239-30E8EEC90793}" dt="2025-10-22T21:01:28.377" v="991" actId="1038"/>
        <pc:sldMkLst>
          <pc:docMk/>
          <pc:sldMk cId="512310411" sldId="266"/>
        </pc:sldMkLst>
        <pc:spChg chg="mod">
          <ac:chgData name="Adam Telfer" userId="63495737-7d16-4369-af85-edb745118219" providerId="ADAL" clId="{D9B225C4-9999-4E01-B239-30E8EEC90793}" dt="2025-10-22T20:57:44.868" v="811"/>
          <ac:spMkLst>
            <pc:docMk/>
            <pc:sldMk cId="512310411" sldId="266"/>
            <ac:spMk id="25" creationId="{79490BC5-E5AA-0CF4-3FA7-AFCCD9002DFD}"/>
          </ac:spMkLst>
        </pc:spChg>
        <pc:spChg chg="mod">
          <ac:chgData name="Adam Telfer" userId="63495737-7d16-4369-af85-edb745118219" providerId="ADAL" clId="{D9B225C4-9999-4E01-B239-30E8EEC90793}" dt="2025-10-22T20:57:44.868" v="811"/>
          <ac:spMkLst>
            <pc:docMk/>
            <pc:sldMk cId="512310411" sldId="266"/>
            <ac:spMk id="28" creationId="{FC41BB34-1CE4-CE5F-D0EF-534366E15F49}"/>
          </ac:spMkLst>
        </pc:spChg>
        <pc:spChg chg="mod">
          <ac:chgData name="Adam Telfer" userId="63495737-7d16-4369-af85-edb745118219" providerId="ADAL" clId="{D9B225C4-9999-4E01-B239-30E8EEC90793}" dt="2025-10-22T20:57:44.868" v="811"/>
          <ac:spMkLst>
            <pc:docMk/>
            <pc:sldMk cId="512310411" sldId="266"/>
            <ac:spMk id="29" creationId="{2846A7D7-37DA-1C66-47D2-2B799BFE60C9}"/>
          </ac:spMkLst>
        </pc:spChg>
        <pc:grpChg chg="add mod">
          <ac:chgData name="Adam Telfer" userId="63495737-7d16-4369-af85-edb745118219" providerId="ADAL" clId="{D9B225C4-9999-4E01-B239-30E8EEC90793}" dt="2025-10-22T20:57:47.407" v="812" actId="1076"/>
          <ac:grpSpMkLst>
            <pc:docMk/>
            <pc:sldMk cId="512310411" sldId="266"/>
            <ac:grpSpMk id="4" creationId="{F1015A3E-EC88-0000-5D97-D483FDB1EAE3}"/>
          </ac:grpSpMkLst>
        </pc:grpChg>
        <pc:grpChg chg="mod">
          <ac:chgData name="Adam Telfer" userId="63495737-7d16-4369-af85-edb745118219" providerId="ADAL" clId="{D9B225C4-9999-4E01-B239-30E8EEC90793}" dt="2025-10-22T20:57:44.868" v="811"/>
          <ac:grpSpMkLst>
            <pc:docMk/>
            <pc:sldMk cId="512310411" sldId="266"/>
            <ac:grpSpMk id="6" creationId="{548B64FE-A83A-324F-4936-9327D473DB61}"/>
          </ac:grpSpMkLst>
        </pc:grpChg>
        <pc:picChg chg="mod">
          <ac:chgData name="Adam Telfer" userId="63495737-7d16-4369-af85-edb745118219" providerId="ADAL" clId="{D9B225C4-9999-4E01-B239-30E8EEC90793}" dt="2025-10-22T21:01:23.860" v="982" actId="1038"/>
          <ac:picMkLst>
            <pc:docMk/>
            <pc:sldMk cId="512310411" sldId="266"/>
            <ac:picMk id="5" creationId="{6E3908A5-8DCF-B621-BBEC-AA5D9BD474FD}"/>
          </ac:picMkLst>
        </pc:picChg>
        <pc:picChg chg="mod">
          <ac:chgData name="Adam Telfer" userId="63495737-7d16-4369-af85-edb745118219" providerId="ADAL" clId="{D9B225C4-9999-4E01-B239-30E8EEC90793}" dt="2025-10-22T21:01:28.377" v="991" actId="1038"/>
          <ac:picMkLst>
            <pc:docMk/>
            <pc:sldMk cId="512310411" sldId="266"/>
            <ac:picMk id="34" creationId="{EA179210-F719-0D98-CB0B-E0B402C477D5}"/>
          </ac:picMkLst>
        </pc:picChg>
        <pc:cxnChg chg="mod">
          <ac:chgData name="Adam Telfer" userId="63495737-7d16-4369-af85-edb745118219" providerId="ADAL" clId="{D9B225C4-9999-4E01-B239-30E8EEC90793}" dt="2025-10-22T20:57:44.868" v="811"/>
          <ac:cxnSpMkLst>
            <pc:docMk/>
            <pc:sldMk cId="512310411" sldId="266"/>
            <ac:cxnSpMk id="7" creationId="{B849D708-E45C-2C11-40C8-EF468187B479}"/>
          </ac:cxnSpMkLst>
        </pc:cxnChg>
        <pc:cxnChg chg="mod">
          <ac:chgData name="Adam Telfer" userId="63495737-7d16-4369-af85-edb745118219" providerId="ADAL" clId="{D9B225C4-9999-4E01-B239-30E8EEC90793}" dt="2025-10-22T20:57:44.868" v="811"/>
          <ac:cxnSpMkLst>
            <pc:docMk/>
            <pc:sldMk cId="512310411" sldId="266"/>
            <ac:cxnSpMk id="16" creationId="{991B93EA-D125-547A-3291-916C06E0A100}"/>
          </ac:cxnSpMkLst>
        </pc:cxnChg>
        <pc:cxnChg chg="mod">
          <ac:chgData name="Adam Telfer" userId="63495737-7d16-4369-af85-edb745118219" providerId="ADAL" clId="{D9B225C4-9999-4E01-B239-30E8EEC90793}" dt="2025-10-22T20:57:44.868" v="811"/>
          <ac:cxnSpMkLst>
            <pc:docMk/>
            <pc:sldMk cId="512310411" sldId="266"/>
            <ac:cxnSpMk id="26" creationId="{AEBDCF41-11E6-E405-CE59-3829CE68840C}"/>
          </ac:cxnSpMkLst>
        </pc:cxnChg>
        <pc:cxnChg chg="mod">
          <ac:chgData name="Adam Telfer" userId="63495737-7d16-4369-af85-edb745118219" providerId="ADAL" clId="{D9B225C4-9999-4E01-B239-30E8EEC90793}" dt="2025-10-22T20:57:44.868" v="811"/>
          <ac:cxnSpMkLst>
            <pc:docMk/>
            <pc:sldMk cId="512310411" sldId="266"/>
            <ac:cxnSpMk id="27" creationId="{0F826442-6BED-2627-FD31-F6A306FC351F}"/>
          </ac:cxnSpMkLst>
        </pc:cxnChg>
      </pc:sldChg>
      <pc:sldChg chg="addSp modSp add del mod">
        <pc:chgData name="Adam Telfer" userId="63495737-7d16-4369-af85-edb745118219" providerId="ADAL" clId="{D9B225C4-9999-4E01-B239-30E8EEC90793}" dt="2025-10-22T21:00:48.989" v="943" actId="1038"/>
        <pc:sldMkLst>
          <pc:docMk/>
          <pc:sldMk cId="3755406587" sldId="267"/>
        </pc:sldMkLst>
        <pc:spChg chg="mod">
          <ac:chgData name="Adam Telfer" userId="63495737-7d16-4369-af85-edb745118219" providerId="ADAL" clId="{D9B225C4-9999-4E01-B239-30E8EEC90793}" dt="2025-10-22T20:58:33.265" v="868"/>
          <ac:spMkLst>
            <pc:docMk/>
            <pc:sldMk cId="3755406587" sldId="267"/>
            <ac:spMk id="7" creationId="{BDBB6508-AD8B-13C3-D9E1-33539F73E25A}"/>
          </ac:spMkLst>
        </pc:spChg>
        <pc:spChg chg="mod">
          <ac:chgData name="Adam Telfer" userId="63495737-7d16-4369-af85-edb745118219" providerId="ADAL" clId="{D9B225C4-9999-4E01-B239-30E8EEC90793}" dt="2025-10-22T20:58:33.265" v="868"/>
          <ac:spMkLst>
            <pc:docMk/>
            <pc:sldMk cId="3755406587" sldId="267"/>
            <ac:spMk id="26" creationId="{54934D88-2125-003B-010F-A58470CBCF3D}"/>
          </ac:spMkLst>
        </pc:spChg>
        <pc:spChg chg="mod">
          <ac:chgData name="Adam Telfer" userId="63495737-7d16-4369-af85-edb745118219" providerId="ADAL" clId="{D9B225C4-9999-4E01-B239-30E8EEC90793}" dt="2025-10-22T20:58:33.265" v="868"/>
          <ac:spMkLst>
            <pc:docMk/>
            <pc:sldMk cId="3755406587" sldId="267"/>
            <ac:spMk id="27" creationId="{8895B2AE-B5BD-E640-4153-ADB5A99B3526}"/>
          </ac:spMkLst>
        </pc:spChg>
        <pc:grpChg chg="add mod">
          <ac:chgData name="Adam Telfer" userId="63495737-7d16-4369-af85-edb745118219" providerId="ADAL" clId="{D9B225C4-9999-4E01-B239-30E8EEC90793}" dt="2025-10-22T20:58:35.852" v="869" actId="1076"/>
          <ac:grpSpMkLst>
            <pc:docMk/>
            <pc:sldMk cId="3755406587" sldId="267"/>
            <ac:grpSpMk id="2" creationId="{D84174F7-4CDE-F844-7533-52ED3F872388}"/>
          </ac:grpSpMkLst>
        </pc:grpChg>
        <pc:grpChg chg="mod">
          <ac:chgData name="Adam Telfer" userId="63495737-7d16-4369-af85-edb745118219" providerId="ADAL" clId="{D9B225C4-9999-4E01-B239-30E8EEC90793}" dt="2025-10-22T20:58:33.265" v="868"/>
          <ac:grpSpMkLst>
            <pc:docMk/>
            <pc:sldMk cId="3755406587" sldId="267"/>
            <ac:grpSpMk id="4" creationId="{5AF5C94E-C5FC-0EE9-135C-FCEDB7E46063}"/>
          </ac:grpSpMkLst>
        </pc:grpChg>
        <pc:picChg chg="mod">
          <ac:chgData name="Adam Telfer" userId="63495737-7d16-4369-af85-edb745118219" providerId="ADAL" clId="{D9B225C4-9999-4E01-B239-30E8EEC90793}" dt="2025-10-22T21:00:48.989" v="943" actId="1038"/>
          <ac:picMkLst>
            <pc:docMk/>
            <pc:sldMk cId="3755406587" sldId="267"/>
            <ac:picMk id="3" creationId="{02177244-7A52-0472-B90F-322C680727F8}"/>
          </ac:picMkLst>
        </pc:picChg>
        <pc:cxnChg chg="mod">
          <ac:chgData name="Adam Telfer" userId="63495737-7d16-4369-af85-edb745118219" providerId="ADAL" clId="{D9B225C4-9999-4E01-B239-30E8EEC90793}" dt="2025-10-22T20:58:33.265" v="868"/>
          <ac:cxnSpMkLst>
            <pc:docMk/>
            <pc:sldMk cId="3755406587" sldId="267"/>
            <ac:cxnSpMk id="5" creationId="{9323A4A9-3D9C-40F0-32A0-A58F41FB68D3}"/>
          </ac:cxnSpMkLst>
        </pc:cxnChg>
        <pc:cxnChg chg="mod">
          <ac:chgData name="Adam Telfer" userId="63495737-7d16-4369-af85-edb745118219" providerId="ADAL" clId="{D9B225C4-9999-4E01-B239-30E8EEC90793}" dt="2025-10-22T20:58:33.265" v="868"/>
          <ac:cxnSpMkLst>
            <pc:docMk/>
            <pc:sldMk cId="3755406587" sldId="267"/>
            <ac:cxnSpMk id="6" creationId="{782F1103-BE9C-C84D-3614-29956C28F4F0}"/>
          </ac:cxnSpMkLst>
        </pc:cxnChg>
        <pc:cxnChg chg="mod">
          <ac:chgData name="Adam Telfer" userId="63495737-7d16-4369-af85-edb745118219" providerId="ADAL" clId="{D9B225C4-9999-4E01-B239-30E8EEC90793}" dt="2025-10-22T20:58:33.265" v="868"/>
          <ac:cxnSpMkLst>
            <pc:docMk/>
            <pc:sldMk cId="3755406587" sldId="267"/>
            <ac:cxnSpMk id="16" creationId="{F5162269-EB9E-D65F-E2FE-BA5F1245A9D9}"/>
          </ac:cxnSpMkLst>
        </pc:cxnChg>
        <pc:cxnChg chg="mod">
          <ac:chgData name="Adam Telfer" userId="63495737-7d16-4369-af85-edb745118219" providerId="ADAL" clId="{D9B225C4-9999-4E01-B239-30E8EEC90793}" dt="2025-10-22T20:58:33.265" v="868"/>
          <ac:cxnSpMkLst>
            <pc:docMk/>
            <pc:sldMk cId="3755406587" sldId="267"/>
            <ac:cxnSpMk id="25" creationId="{A1317CBE-B569-76E0-5F8A-A4683DC2117A}"/>
          </ac:cxnSpMkLst>
        </pc:cxnChg>
      </pc:sldChg>
      <pc:sldChg chg="addSp modSp add mod">
        <pc:chgData name="Adam Telfer" userId="63495737-7d16-4369-af85-edb745118219" providerId="ADAL" clId="{D9B225C4-9999-4E01-B239-30E8EEC90793}" dt="2025-10-22T01:18:50.918" v="519" actId="164"/>
        <pc:sldMkLst>
          <pc:docMk/>
          <pc:sldMk cId="1302407065" sldId="269"/>
        </pc:sldMkLst>
        <pc:grpChg chg="mod">
          <ac:chgData name="Adam Telfer" userId="63495737-7d16-4369-af85-edb745118219" providerId="ADAL" clId="{D9B225C4-9999-4E01-B239-30E8EEC90793}" dt="2025-10-22T01:17:40.731" v="478"/>
          <ac:grpSpMkLst>
            <pc:docMk/>
            <pc:sldMk cId="1302407065" sldId="269"/>
            <ac:grpSpMk id="4" creationId="{B767FC27-0D38-8597-5516-7B7D36B1BF71}"/>
          </ac:grpSpMkLst>
        </pc:grpChg>
        <pc:grpChg chg="mod">
          <ac:chgData name="Adam Telfer" userId="63495737-7d16-4369-af85-edb745118219" providerId="ADAL" clId="{D9B225C4-9999-4E01-B239-30E8EEC90793}" dt="2025-10-22T01:17:40.731" v="478"/>
          <ac:grpSpMkLst>
            <pc:docMk/>
            <pc:sldMk cId="1302407065" sldId="269"/>
            <ac:grpSpMk id="5" creationId="{248A1656-470E-2ED5-AB6E-56499A01B908}"/>
          </ac:grpSpMkLst>
        </pc:grpChg>
        <pc:grpChg chg="mod">
          <ac:chgData name="Adam Telfer" userId="63495737-7d16-4369-af85-edb745118219" providerId="ADAL" clId="{D9B225C4-9999-4E01-B239-30E8EEC90793}" dt="2025-10-22T01:17:47.766" v="480"/>
          <ac:grpSpMkLst>
            <pc:docMk/>
            <pc:sldMk cId="1302407065" sldId="269"/>
            <ac:grpSpMk id="21" creationId="{D72F240B-BB6F-1540-030A-024019BD03EC}"/>
          </ac:grpSpMkLst>
        </pc:grpChg>
        <pc:grpChg chg="mod">
          <ac:chgData name="Adam Telfer" userId="63495737-7d16-4369-af85-edb745118219" providerId="ADAL" clId="{D9B225C4-9999-4E01-B239-30E8EEC90793}" dt="2025-10-22T01:17:47.766" v="480"/>
          <ac:grpSpMkLst>
            <pc:docMk/>
            <pc:sldMk cId="1302407065" sldId="269"/>
            <ac:grpSpMk id="22" creationId="{58F1A55D-7761-6C46-BB46-942758FAF4F9}"/>
          </ac:grpSpMkLst>
        </pc:grpChg>
        <pc:grpChg chg="add mod">
          <ac:chgData name="Adam Telfer" userId="63495737-7d16-4369-af85-edb745118219" providerId="ADAL" clId="{D9B225C4-9999-4E01-B239-30E8EEC90793}" dt="2025-10-22T01:18:50.918" v="519" actId="164"/>
          <ac:grpSpMkLst>
            <pc:docMk/>
            <pc:sldMk cId="1302407065" sldId="269"/>
            <ac:grpSpMk id="35" creationId="{258B68D9-E74C-8E19-453A-C7365F26771F}"/>
          </ac:grpSpMkLst>
        </pc:grpChg>
        <pc:grpChg chg="mod">
          <ac:chgData name="Adam Telfer" userId="63495737-7d16-4369-af85-edb745118219" providerId="ADAL" clId="{D9B225C4-9999-4E01-B239-30E8EEC90793}" dt="2025-10-22T01:17:55.535" v="486"/>
          <ac:grpSpMkLst>
            <pc:docMk/>
            <pc:sldMk cId="1302407065" sldId="269"/>
            <ac:grpSpMk id="46" creationId="{8934EE7C-FA8D-E6BB-870E-0500E5F6A952}"/>
          </ac:grpSpMkLst>
        </pc:grpChg>
        <pc:grpChg chg="mod">
          <ac:chgData name="Adam Telfer" userId="63495737-7d16-4369-af85-edb745118219" providerId="ADAL" clId="{D9B225C4-9999-4E01-B239-30E8EEC90793}" dt="2025-10-22T01:17:55.535" v="486"/>
          <ac:grpSpMkLst>
            <pc:docMk/>
            <pc:sldMk cId="1302407065" sldId="269"/>
            <ac:grpSpMk id="48" creationId="{234752C3-0282-C551-A063-A6835EDB18E0}"/>
          </ac:grpSpMkLst>
        </pc:grpChg>
        <pc:grpChg chg="mod">
          <ac:chgData name="Adam Telfer" userId="63495737-7d16-4369-af85-edb745118219" providerId="ADAL" clId="{D9B225C4-9999-4E01-B239-30E8EEC90793}" dt="2025-10-22T01:18:47.757" v="518" actId="164"/>
          <ac:grpSpMkLst>
            <pc:docMk/>
            <pc:sldMk cId="1302407065" sldId="269"/>
            <ac:grpSpMk id="50" creationId="{99CF8A4A-5968-CC00-EF6E-067AC8CE8EAE}"/>
          </ac:grpSpMkLst>
        </pc:grpChg>
        <pc:grpChg chg="mod">
          <ac:chgData name="Adam Telfer" userId="63495737-7d16-4369-af85-edb745118219" providerId="ADAL" clId="{D9B225C4-9999-4E01-B239-30E8EEC90793}" dt="2025-10-22T01:18:44.228" v="517" actId="164"/>
          <ac:grpSpMkLst>
            <pc:docMk/>
            <pc:sldMk cId="1302407065" sldId="269"/>
            <ac:grpSpMk id="51" creationId="{BE8624D9-0E44-B0E9-0CEF-3DFFA128A3F9}"/>
          </ac:grpSpMkLst>
        </pc:grpChg>
        <pc:grpChg chg="mod">
          <ac:chgData name="Adam Telfer" userId="63495737-7d16-4369-af85-edb745118219" providerId="ADAL" clId="{D9B225C4-9999-4E01-B239-30E8EEC90793}" dt="2025-10-22T01:18:50.918" v="519" actId="164"/>
          <ac:grpSpMkLst>
            <pc:docMk/>
            <pc:sldMk cId="1302407065" sldId="269"/>
            <ac:grpSpMk id="52" creationId="{61043B81-0906-7D13-0AB0-642A58711789}"/>
          </ac:grpSpMkLst>
        </pc:grpChg>
        <pc:grpChg chg="mod">
          <ac:chgData name="Adam Telfer" userId="63495737-7d16-4369-af85-edb745118219" providerId="ADAL" clId="{D9B225C4-9999-4E01-B239-30E8EEC90793}" dt="2025-10-22T01:18:04.931" v="494"/>
          <ac:grpSpMkLst>
            <pc:docMk/>
            <pc:sldMk cId="1302407065" sldId="269"/>
            <ac:grpSpMk id="58" creationId="{CA8E5F3E-0905-E77B-1E1B-1486B300CF9B}"/>
          </ac:grpSpMkLst>
        </pc:grpChg>
        <pc:grpChg chg="mod">
          <ac:chgData name="Adam Telfer" userId="63495737-7d16-4369-af85-edb745118219" providerId="ADAL" clId="{D9B225C4-9999-4E01-B239-30E8EEC90793}" dt="2025-10-22T01:18:04.931" v="494"/>
          <ac:grpSpMkLst>
            <pc:docMk/>
            <pc:sldMk cId="1302407065" sldId="269"/>
            <ac:grpSpMk id="59" creationId="{5D106FDA-9AEE-4CFC-EAA1-A293F99913EC}"/>
          </ac:grpSpMkLst>
        </pc:grpChg>
        <pc:grpChg chg="mod">
          <ac:chgData name="Adam Telfer" userId="63495737-7d16-4369-af85-edb745118219" providerId="ADAL" clId="{D9B225C4-9999-4E01-B239-30E8EEC90793}" dt="2025-10-22T01:18:23.377" v="503"/>
          <ac:grpSpMkLst>
            <pc:docMk/>
            <pc:sldMk cId="1302407065" sldId="269"/>
            <ac:grpSpMk id="66" creationId="{A585AAAF-FCDE-740D-717E-CDEE36ECA324}"/>
          </ac:grpSpMkLst>
        </pc:grpChg>
        <pc:grpChg chg="mod">
          <ac:chgData name="Adam Telfer" userId="63495737-7d16-4369-af85-edb745118219" providerId="ADAL" clId="{D9B225C4-9999-4E01-B239-30E8EEC90793}" dt="2025-10-22T01:18:23.377" v="503"/>
          <ac:grpSpMkLst>
            <pc:docMk/>
            <pc:sldMk cId="1302407065" sldId="269"/>
            <ac:grpSpMk id="67" creationId="{60425524-1E5C-7427-1D72-715307D5D545}"/>
          </ac:grpSpMkLst>
        </pc:grpChg>
        <pc:grpChg chg="add mod">
          <ac:chgData name="Adam Telfer" userId="63495737-7d16-4369-af85-edb745118219" providerId="ADAL" clId="{D9B225C4-9999-4E01-B239-30E8EEC90793}" dt="2025-10-22T01:18:50.918" v="519" actId="164"/>
          <ac:grpSpMkLst>
            <pc:docMk/>
            <pc:sldMk cId="1302407065" sldId="269"/>
            <ac:grpSpMk id="72" creationId="{4E29EC76-7DD1-9296-57E4-3C4E19B5F237}"/>
          </ac:grpSpMkLst>
        </pc:grpChg>
        <pc:grpChg chg="mod">
          <ac:chgData name="Adam Telfer" userId="63495737-7d16-4369-af85-edb745118219" providerId="ADAL" clId="{D9B225C4-9999-4E01-B239-30E8EEC90793}" dt="2025-10-22T01:18:34.472" v="514"/>
          <ac:grpSpMkLst>
            <pc:docMk/>
            <pc:sldMk cId="1302407065" sldId="269"/>
            <ac:grpSpMk id="74" creationId="{06FB2170-2F86-AE8A-74CB-A58EE000A2EC}"/>
          </ac:grpSpMkLst>
        </pc:grpChg>
        <pc:grpChg chg="mod">
          <ac:chgData name="Adam Telfer" userId="63495737-7d16-4369-af85-edb745118219" providerId="ADAL" clId="{D9B225C4-9999-4E01-B239-30E8EEC90793}" dt="2025-10-22T01:18:34.472" v="514"/>
          <ac:grpSpMkLst>
            <pc:docMk/>
            <pc:sldMk cId="1302407065" sldId="269"/>
            <ac:grpSpMk id="75" creationId="{DE7E8C9B-3558-E007-0945-C33AFA4C0703}"/>
          </ac:grpSpMkLst>
        </pc:grpChg>
        <pc:grpChg chg="add mod">
          <ac:chgData name="Adam Telfer" userId="63495737-7d16-4369-af85-edb745118219" providerId="ADAL" clId="{D9B225C4-9999-4E01-B239-30E8EEC90793}" dt="2025-10-22T01:18:50.918" v="519" actId="164"/>
          <ac:grpSpMkLst>
            <pc:docMk/>
            <pc:sldMk cId="1302407065" sldId="269"/>
            <ac:grpSpMk id="82" creationId="{2083EDCA-1CD0-DC72-F0DF-F879FBD0A947}"/>
          </ac:grpSpMkLst>
        </pc:grpChg>
        <pc:cxnChg chg="mod">
          <ac:chgData name="Adam Telfer" userId="63495737-7d16-4369-af85-edb745118219" providerId="ADAL" clId="{D9B225C4-9999-4E01-B239-30E8EEC90793}" dt="2025-10-22T01:17:40.731" v="478"/>
          <ac:cxnSpMkLst>
            <pc:docMk/>
            <pc:sldMk cId="1302407065" sldId="269"/>
            <ac:cxnSpMk id="3" creationId="{A2B44FA4-0022-00C2-C36C-27CE268B832C}"/>
          </ac:cxnSpMkLst>
        </pc:cxnChg>
        <pc:cxnChg chg="mod">
          <ac:chgData name="Adam Telfer" userId="63495737-7d16-4369-af85-edb745118219" providerId="ADAL" clId="{D9B225C4-9999-4E01-B239-30E8EEC90793}" dt="2025-10-22T01:17:40.731" v="478"/>
          <ac:cxnSpMkLst>
            <pc:docMk/>
            <pc:sldMk cId="1302407065" sldId="269"/>
            <ac:cxnSpMk id="6" creationId="{2B6FAF3F-8687-7FB2-C93F-42B203BCD7A1}"/>
          </ac:cxnSpMkLst>
        </pc:cxnChg>
        <pc:cxnChg chg="mod">
          <ac:chgData name="Adam Telfer" userId="63495737-7d16-4369-af85-edb745118219" providerId="ADAL" clId="{D9B225C4-9999-4E01-B239-30E8EEC90793}" dt="2025-10-22T01:17:40.731" v="478"/>
          <ac:cxnSpMkLst>
            <pc:docMk/>
            <pc:sldMk cId="1302407065" sldId="269"/>
            <ac:cxnSpMk id="16" creationId="{CB07F781-020A-7FE9-702D-17DBF602EF73}"/>
          </ac:cxnSpMkLst>
        </pc:cxnChg>
        <pc:cxnChg chg="mod">
          <ac:chgData name="Adam Telfer" userId="63495737-7d16-4369-af85-edb745118219" providerId="ADAL" clId="{D9B225C4-9999-4E01-B239-30E8EEC90793}" dt="2025-10-22T01:17:40.731" v="478"/>
          <ac:cxnSpMkLst>
            <pc:docMk/>
            <pc:sldMk cId="1302407065" sldId="269"/>
            <ac:cxnSpMk id="17" creationId="{15676B24-FCA0-EE1C-4FD4-36A3896A21E3}"/>
          </ac:cxnSpMkLst>
        </pc:cxnChg>
        <pc:cxnChg chg="mod">
          <ac:chgData name="Adam Telfer" userId="63495737-7d16-4369-af85-edb745118219" providerId="ADAL" clId="{D9B225C4-9999-4E01-B239-30E8EEC90793}" dt="2025-10-22T01:17:40.731" v="478"/>
          <ac:cxnSpMkLst>
            <pc:docMk/>
            <pc:sldMk cId="1302407065" sldId="269"/>
            <ac:cxnSpMk id="18" creationId="{48711A43-DD34-43DA-B359-62E91D3CEB3B}"/>
          </ac:cxnSpMkLst>
        </pc:cxnChg>
        <pc:cxnChg chg="mod">
          <ac:chgData name="Adam Telfer" userId="63495737-7d16-4369-af85-edb745118219" providerId="ADAL" clId="{D9B225C4-9999-4E01-B239-30E8EEC90793}" dt="2025-10-22T01:17:47.766" v="480"/>
          <ac:cxnSpMkLst>
            <pc:docMk/>
            <pc:sldMk cId="1302407065" sldId="269"/>
            <ac:cxnSpMk id="20" creationId="{A6C2DD41-F786-026F-6F7E-F73E9CAF4FF8}"/>
          </ac:cxnSpMkLst>
        </pc:cxnChg>
        <pc:cxnChg chg="mod">
          <ac:chgData name="Adam Telfer" userId="63495737-7d16-4369-af85-edb745118219" providerId="ADAL" clId="{D9B225C4-9999-4E01-B239-30E8EEC90793}" dt="2025-10-22T01:17:47.766" v="480"/>
          <ac:cxnSpMkLst>
            <pc:docMk/>
            <pc:sldMk cId="1302407065" sldId="269"/>
            <ac:cxnSpMk id="23" creationId="{34989B91-8A81-81DC-5BE8-F48BD089AC6A}"/>
          </ac:cxnSpMkLst>
        </pc:cxnChg>
        <pc:cxnChg chg="mod">
          <ac:chgData name="Adam Telfer" userId="63495737-7d16-4369-af85-edb745118219" providerId="ADAL" clId="{D9B225C4-9999-4E01-B239-30E8EEC90793}" dt="2025-10-22T01:17:47.766" v="480"/>
          <ac:cxnSpMkLst>
            <pc:docMk/>
            <pc:sldMk cId="1302407065" sldId="269"/>
            <ac:cxnSpMk id="24" creationId="{3E74998A-4BC2-014E-6351-1A76BED420AB}"/>
          </ac:cxnSpMkLst>
        </pc:cxnChg>
        <pc:cxnChg chg="mod">
          <ac:chgData name="Adam Telfer" userId="63495737-7d16-4369-af85-edb745118219" providerId="ADAL" clId="{D9B225C4-9999-4E01-B239-30E8EEC90793}" dt="2025-10-22T01:17:47.766" v="480"/>
          <ac:cxnSpMkLst>
            <pc:docMk/>
            <pc:sldMk cId="1302407065" sldId="269"/>
            <ac:cxnSpMk id="25" creationId="{E6F2BE6D-5AF0-90CE-C670-A7B5E92F53E4}"/>
          </ac:cxnSpMkLst>
        </pc:cxnChg>
        <pc:cxnChg chg="mod">
          <ac:chgData name="Adam Telfer" userId="63495737-7d16-4369-af85-edb745118219" providerId="ADAL" clId="{D9B225C4-9999-4E01-B239-30E8EEC90793}" dt="2025-10-22T01:17:47.766" v="480"/>
          <ac:cxnSpMkLst>
            <pc:docMk/>
            <pc:sldMk cId="1302407065" sldId="269"/>
            <ac:cxnSpMk id="26" creationId="{DB44800D-C2A0-97D3-7ADF-FB936CDE306C}"/>
          </ac:cxnSpMkLst>
        </pc:cxnChg>
        <pc:cxnChg chg="mod">
          <ac:chgData name="Adam Telfer" userId="63495737-7d16-4369-af85-edb745118219" providerId="ADAL" clId="{D9B225C4-9999-4E01-B239-30E8EEC90793}" dt="2025-10-22T01:17:55.535" v="486"/>
          <ac:cxnSpMkLst>
            <pc:docMk/>
            <pc:sldMk cId="1302407065" sldId="269"/>
            <ac:cxnSpMk id="44" creationId="{49754032-10BF-B9DF-7317-C3782A104555}"/>
          </ac:cxnSpMkLst>
        </pc:cxnChg>
        <pc:cxnChg chg="mod">
          <ac:chgData name="Adam Telfer" userId="63495737-7d16-4369-af85-edb745118219" providerId="ADAL" clId="{D9B225C4-9999-4E01-B239-30E8EEC90793}" dt="2025-10-22T01:17:55.535" v="486"/>
          <ac:cxnSpMkLst>
            <pc:docMk/>
            <pc:sldMk cId="1302407065" sldId="269"/>
            <ac:cxnSpMk id="49" creationId="{6720BF9B-AD9B-6F1D-BA39-C18C0C701B01}"/>
          </ac:cxnSpMkLst>
        </pc:cxnChg>
        <pc:cxnChg chg="mod">
          <ac:chgData name="Adam Telfer" userId="63495737-7d16-4369-af85-edb745118219" providerId="ADAL" clId="{D9B225C4-9999-4E01-B239-30E8EEC90793}" dt="2025-10-22T01:17:55.535" v="486"/>
          <ac:cxnSpMkLst>
            <pc:docMk/>
            <pc:sldMk cId="1302407065" sldId="269"/>
            <ac:cxnSpMk id="53" creationId="{73FFDDC4-0D77-1B0F-2CC5-0C7F22C49BBA}"/>
          </ac:cxnSpMkLst>
        </pc:cxnChg>
        <pc:cxnChg chg="mod">
          <ac:chgData name="Adam Telfer" userId="63495737-7d16-4369-af85-edb745118219" providerId="ADAL" clId="{D9B225C4-9999-4E01-B239-30E8EEC90793}" dt="2025-10-22T01:17:55.535" v="486"/>
          <ac:cxnSpMkLst>
            <pc:docMk/>
            <pc:sldMk cId="1302407065" sldId="269"/>
            <ac:cxnSpMk id="54" creationId="{5B858C28-A04C-7299-F33B-55B21E2C5458}"/>
          </ac:cxnSpMkLst>
        </pc:cxnChg>
        <pc:cxnChg chg="mod">
          <ac:chgData name="Adam Telfer" userId="63495737-7d16-4369-af85-edb745118219" providerId="ADAL" clId="{D9B225C4-9999-4E01-B239-30E8EEC90793}" dt="2025-10-22T01:17:55.535" v="486"/>
          <ac:cxnSpMkLst>
            <pc:docMk/>
            <pc:sldMk cId="1302407065" sldId="269"/>
            <ac:cxnSpMk id="55" creationId="{53469AD3-29B3-66BD-63C8-235ED11AF58E}"/>
          </ac:cxnSpMkLst>
        </pc:cxnChg>
        <pc:cxnChg chg="mod">
          <ac:chgData name="Adam Telfer" userId="63495737-7d16-4369-af85-edb745118219" providerId="ADAL" clId="{D9B225C4-9999-4E01-B239-30E8EEC90793}" dt="2025-10-22T01:18:04.931" v="494"/>
          <ac:cxnSpMkLst>
            <pc:docMk/>
            <pc:sldMk cId="1302407065" sldId="269"/>
            <ac:cxnSpMk id="57" creationId="{FCAD2917-F8C1-08B6-7A7E-FAD485437353}"/>
          </ac:cxnSpMkLst>
        </pc:cxnChg>
        <pc:cxnChg chg="mod">
          <ac:chgData name="Adam Telfer" userId="63495737-7d16-4369-af85-edb745118219" providerId="ADAL" clId="{D9B225C4-9999-4E01-B239-30E8EEC90793}" dt="2025-10-22T01:18:04.931" v="494"/>
          <ac:cxnSpMkLst>
            <pc:docMk/>
            <pc:sldMk cId="1302407065" sldId="269"/>
            <ac:cxnSpMk id="60" creationId="{51CEF2DB-A0A5-71E9-91A9-57194856CA56}"/>
          </ac:cxnSpMkLst>
        </pc:cxnChg>
        <pc:cxnChg chg="mod">
          <ac:chgData name="Adam Telfer" userId="63495737-7d16-4369-af85-edb745118219" providerId="ADAL" clId="{D9B225C4-9999-4E01-B239-30E8EEC90793}" dt="2025-10-22T01:18:04.931" v="494"/>
          <ac:cxnSpMkLst>
            <pc:docMk/>
            <pc:sldMk cId="1302407065" sldId="269"/>
            <ac:cxnSpMk id="61" creationId="{D9ACCB26-28B0-C022-9681-CA1EC6BDEC95}"/>
          </ac:cxnSpMkLst>
        </pc:cxnChg>
        <pc:cxnChg chg="mod">
          <ac:chgData name="Adam Telfer" userId="63495737-7d16-4369-af85-edb745118219" providerId="ADAL" clId="{D9B225C4-9999-4E01-B239-30E8EEC90793}" dt="2025-10-22T01:18:04.931" v="494"/>
          <ac:cxnSpMkLst>
            <pc:docMk/>
            <pc:sldMk cId="1302407065" sldId="269"/>
            <ac:cxnSpMk id="62" creationId="{C1004F1E-F248-7EF5-5AAE-69987A836300}"/>
          </ac:cxnSpMkLst>
        </pc:cxnChg>
        <pc:cxnChg chg="mod">
          <ac:chgData name="Adam Telfer" userId="63495737-7d16-4369-af85-edb745118219" providerId="ADAL" clId="{D9B225C4-9999-4E01-B239-30E8EEC90793}" dt="2025-10-22T01:18:04.931" v="494"/>
          <ac:cxnSpMkLst>
            <pc:docMk/>
            <pc:sldMk cId="1302407065" sldId="269"/>
            <ac:cxnSpMk id="63" creationId="{BBF242D7-9276-E44E-E3EE-FFE4E818A1A6}"/>
          </ac:cxnSpMkLst>
        </pc:cxnChg>
        <pc:cxnChg chg="mod">
          <ac:chgData name="Adam Telfer" userId="63495737-7d16-4369-af85-edb745118219" providerId="ADAL" clId="{D9B225C4-9999-4E01-B239-30E8EEC90793}" dt="2025-10-22T01:18:23.377" v="503"/>
          <ac:cxnSpMkLst>
            <pc:docMk/>
            <pc:sldMk cId="1302407065" sldId="269"/>
            <ac:cxnSpMk id="65" creationId="{15E9D8A6-4260-2882-D598-037EB238B62A}"/>
          </ac:cxnSpMkLst>
        </pc:cxnChg>
        <pc:cxnChg chg="mod">
          <ac:chgData name="Adam Telfer" userId="63495737-7d16-4369-af85-edb745118219" providerId="ADAL" clId="{D9B225C4-9999-4E01-B239-30E8EEC90793}" dt="2025-10-22T01:18:23.377" v="503"/>
          <ac:cxnSpMkLst>
            <pc:docMk/>
            <pc:sldMk cId="1302407065" sldId="269"/>
            <ac:cxnSpMk id="68" creationId="{4670A880-5109-7CE3-72AE-2E88DCB59657}"/>
          </ac:cxnSpMkLst>
        </pc:cxnChg>
        <pc:cxnChg chg="mod">
          <ac:chgData name="Adam Telfer" userId="63495737-7d16-4369-af85-edb745118219" providerId="ADAL" clId="{D9B225C4-9999-4E01-B239-30E8EEC90793}" dt="2025-10-22T01:18:23.377" v="503"/>
          <ac:cxnSpMkLst>
            <pc:docMk/>
            <pc:sldMk cId="1302407065" sldId="269"/>
            <ac:cxnSpMk id="69" creationId="{9C7F327D-3EBC-B69C-5424-1D8AAA32DEFE}"/>
          </ac:cxnSpMkLst>
        </pc:cxnChg>
        <pc:cxnChg chg="mod">
          <ac:chgData name="Adam Telfer" userId="63495737-7d16-4369-af85-edb745118219" providerId="ADAL" clId="{D9B225C4-9999-4E01-B239-30E8EEC90793}" dt="2025-10-22T01:18:23.377" v="503"/>
          <ac:cxnSpMkLst>
            <pc:docMk/>
            <pc:sldMk cId="1302407065" sldId="269"/>
            <ac:cxnSpMk id="70" creationId="{EF0B2B52-5C80-85B8-17D5-907871E20603}"/>
          </ac:cxnSpMkLst>
        </pc:cxnChg>
        <pc:cxnChg chg="mod">
          <ac:chgData name="Adam Telfer" userId="63495737-7d16-4369-af85-edb745118219" providerId="ADAL" clId="{D9B225C4-9999-4E01-B239-30E8EEC90793}" dt="2025-10-22T01:18:23.377" v="503"/>
          <ac:cxnSpMkLst>
            <pc:docMk/>
            <pc:sldMk cId="1302407065" sldId="269"/>
            <ac:cxnSpMk id="71" creationId="{11FE8B9A-3D71-71A1-7CD5-87EAED36C00C}"/>
          </ac:cxnSpMkLst>
        </pc:cxnChg>
        <pc:cxnChg chg="mod">
          <ac:chgData name="Adam Telfer" userId="63495737-7d16-4369-af85-edb745118219" providerId="ADAL" clId="{D9B225C4-9999-4E01-B239-30E8EEC90793}" dt="2025-10-22T01:18:34.472" v="514"/>
          <ac:cxnSpMkLst>
            <pc:docMk/>
            <pc:sldMk cId="1302407065" sldId="269"/>
            <ac:cxnSpMk id="73" creationId="{640ED7D2-18AD-EA4F-C08A-F5ADC6B4DF55}"/>
          </ac:cxnSpMkLst>
        </pc:cxnChg>
        <pc:cxnChg chg="mod">
          <ac:chgData name="Adam Telfer" userId="63495737-7d16-4369-af85-edb745118219" providerId="ADAL" clId="{D9B225C4-9999-4E01-B239-30E8EEC90793}" dt="2025-10-22T01:18:34.472" v="514"/>
          <ac:cxnSpMkLst>
            <pc:docMk/>
            <pc:sldMk cId="1302407065" sldId="269"/>
            <ac:cxnSpMk id="76" creationId="{412FB14E-4371-DC5A-4DC1-148E87F8114D}"/>
          </ac:cxnSpMkLst>
        </pc:cxnChg>
        <pc:cxnChg chg="mod">
          <ac:chgData name="Adam Telfer" userId="63495737-7d16-4369-af85-edb745118219" providerId="ADAL" clId="{D9B225C4-9999-4E01-B239-30E8EEC90793}" dt="2025-10-22T01:18:34.472" v="514"/>
          <ac:cxnSpMkLst>
            <pc:docMk/>
            <pc:sldMk cId="1302407065" sldId="269"/>
            <ac:cxnSpMk id="77" creationId="{2066980B-C43E-4404-6450-8333F6C7FD7A}"/>
          </ac:cxnSpMkLst>
        </pc:cxnChg>
        <pc:cxnChg chg="mod">
          <ac:chgData name="Adam Telfer" userId="63495737-7d16-4369-af85-edb745118219" providerId="ADAL" clId="{D9B225C4-9999-4E01-B239-30E8EEC90793}" dt="2025-10-22T01:18:34.472" v="514"/>
          <ac:cxnSpMkLst>
            <pc:docMk/>
            <pc:sldMk cId="1302407065" sldId="269"/>
            <ac:cxnSpMk id="78" creationId="{8124AFB6-B849-36CB-B4F6-CF5E270D1921}"/>
          </ac:cxnSpMkLst>
        </pc:cxnChg>
        <pc:cxnChg chg="mod">
          <ac:chgData name="Adam Telfer" userId="63495737-7d16-4369-af85-edb745118219" providerId="ADAL" clId="{D9B225C4-9999-4E01-B239-30E8EEC90793}" dt="2025-10-22T01:18:34.472" v="514"/>
          <ac:cxnSpMkLst>
            <pc:docMk/>
            <pc:sldMk cId="1302407065" sldId="269"/>
            <ac:cxnSpMk id="79" creationId="{18A21C5E-6A60-30EE-4B7B-D6F9555B6839}"/>
          </ac:cxnSpMkLst>
        </pc:cxnChg>
      </pc:sldChg>
      <pc:sldChg chg="addSp delSp modSp add mod">
        <pc:chgData name="Adam Telfer" userId="63495737-7d16-4369-af85-edb745118219" providerId="ADAL" clId="{D9B225C4-9999-4E01-B239-30E8EEC90793}" dt="2025-10-26T10:46:15.318" v="1193" actId="1038"/>
        <pc:sldMkLst>
          <pc:docMk/>
          <pc:sldMk cId="1793097526" sldId="270"/>
        </pc:sldMkLst>
        <pc:spChg chg="add mod topLvl">
          <ac:chgData name="Adam Telfer" userId="63495737-7d16-4369-af85-edb745118219" providerId="ADAL" clId="{D9B225C4-9999-4E01-B239-30E8EEC90793}" dt="2025-10-26T10:46:15.318" v="1193" actId="1038"/>
          <ac:spMkLst>
            <pc:docMk/>
            <pc:sldMk cId="1793097526" sldId="270"/>
            <ac:spMk id="5" creationId="{C622C5EA-28AC-FA9D-639E-AA8D1320BDE9}"/>
          </ac:spMkLst>
        </pc:spChg>
        <pc:spChg chg="add mod topLvl">
          <ac:chgData name="Adam Telfer" userId="63495737-7d16-4369-af85-edb745118219" providerId="ADAL" clId="{D9B225C4-9999-4E01-B239-30E8EEC90793}" dt="2025-10-26T10:45:59.143" v="1188" actId="164"/>
          <ac:spMkLst>
            <pc:docMk/>
            <pc:sldMk cId="1793097526" sldId="270"/>
            <ac:spMk id="8" creationId="{A0828AC4-8F52-E643-C219-0F07C80BDE42}"/>
          </ac:spMkLst>
        </pc:spChg>
        <pc:spChg chg="add mod">
          <ac:chgData name="Adam Telfer" userId="63495737-7d16-4369-af85-edb745118219" providerId="ADAL" clId="{D9B225C4-9999-4E01-B239-30E8EEC90793}" dt="2025-10-26T10:45:59.143" v="1188" actId="164"/>
          <ac:spMkLst>
            <pc:docMk/>
            <pc:sldMk cId="1793097526" sldId="270"/>
            <ac:spMk id="9" creationId="{3078E391-7F01-09E7-7BE1-D81A944DA52C}"/>
          </ac:spMkLst>
        </pc:spChg>
        <pc:spChg chg="add mod topLvl">
          <ac:chgData name="Adam Telfer" userId="63495737-7d16-4369-af85-edb745118219" providerId="ADAL" clId="{D9B225C4-9999-4E01-B239-30E8EEC90793}" dt="2025-10-26T10:45:59.143" v="1188" actId="164"/>
          <ac:spMkLst>
            <pc:docMk/>
            <pc:sldMk cId="1793097526" sldId="270"/>
            <ac:spMk id="10" creationId="{B7F4C244-963E-C61F-73AE-AD302E255C7F}"/>
          </ac:spMkLst>
        </pc:spChg>
        <pc:spChg chg="mod topLvl">
          <ac:chgData name="Adam Telfer" userId="63495737-7d16-4369-af85-edb745118219" providerId="ADAL" clId="{D9B225C4-9999-4E01-B239-30E8EEC90793}" dt="2025-10-22T01:17:35.090" v="476" actId="165"/>
          <ac:spMkLst>
            <pc:docMk/>
            <pc:sldMk cId="1793097526" sldId="270"/>
            <ac:spMk id="11" creationId="{B63745F3-1563-7F46-44BA-1C99185FB1F7}"/>
          </ac:spMkLst>
        </pc:spChg>
        <pc:spChg chg="mod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16" creationId="{6C943B8B-DE25-A4F8-9E97-751B21AF5B86}"/>
          </ac:spMkLst>
        </pc:spChg>
        <pc:spChg chg="mod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19" creationId="{E179093A-5E34-EECB-65E5-191CEEAFE3CD}"/>
          </ac:spMkLst>
        </pc:spChg>
        <pc:spChg chg="mod">
          <ac:chgData name="Adam Telfer" userId="63495737-7d16-4369-af85-edb745118219" providerId="ADAL" clId="{D9B225C4-9999-4E01-B239-30E8EEC90793}" dt="2025-10-22T01:17:38.399" v="477" actId="165"/>
          <ac:spMkLst>
            <pc:docMk/>
            <pc:sldMk cId="1793097526" sldId="270"/>
            <ac:spMk id="20" creationId="{6141B893-26C5-85B2-5F2A-5D5FC8DD8FB6}"/>
          </ac:spMkLst>
        </pc:spChg>
        <pc:spChg chg="mod topLvl">
          <ac:chgData name="Adam Telfer" userId="63495737-7d16-4369-af85-edb745118219" providerId="ADAL" clId="{D9B225C4-9999-4E01-B239-30E8EEC90793}" dt="2025-10-22T01:17:35.090" v="476" actId="165"/>
          <ac:spMkLst>
            <pc:docMk/>
            <pc:sldMk cId="1793097526" sldId="270"/>
            <ac:spMk id="29" creationId="{5B20FC3B-E51B-D0B5-AE00-771852DF391F}"/>
          </ac:spMkLst>
        </pc:spChg>
        <pc:spChg chg="mod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32" creationId="{229ACC47-982C-6C90-033A-DCF02F9FC76B}"/>
          </ac:spMkLst>
        </pc:spChg>
        <pc:spChg chg="add mod">
          <ac:chgData name="Adam Telfer" userId="63495737-7d16-4369-af85-edb745118219" providerId="ADAL" clId="{D9B225C4-9999-4E01-B239-30E8EEC90793}" dt="2025-10-26T10:46:08.569" v="1190" actId="1037"/>
          <ac:spMkLst>
            <pc:docMk/>
            <pc:sldMk cId="1793097526" sldId="270"/>
            <ac:spMk id="55" creationId="{E56C55EA-D51E-869D-CA8D-770A1430F6FB}"/>
          </ac:spMkLst>
        </pc:spChg>
        <pc:spChg chg="add mod">
          <ac:chgData name="Adam Telfer" userId="63495737-7d16-4369-af85-edb745118219" providerId="ADAL" clId="{D9B225C4-9999-4E01-B239-30E8EEC90793}" dt="2025-10-26T10:46:03.570" v="1189" actId="164"/>
          <ac:spMkLst>
            <pc:docMk/>
            <pc:sldMk cId="1793097526" sldId="270"/>
            <ac:spMk id="56" creationId="{772AA652-4BE4-38B4-BC9D-40228106FCB5}"/>
          </ac:spMkLst>
        </pc:spChg>
        <pc:spChg chg="add mod">
          <ac:chgData name="Adam Telfer" userId="63495737-7d16-4369-af85-edb745118219" providerId="ADAL" clId="{D9B225C4-9999-4E01-B239-30E8EEC90793}" dt="2025-10-26T10:46:03.570" v="1189" actId="164"/>
          <ac:spMkLst>
            <pc:docMk/>
            <pc:sldMk cId="1793097526" sldId="270"/>
            <ac:spMk id="57" creationId="{397090EB-11A2-6905-A6D6-98523A8CE612}"/>
          </ac:spMkLst>
        </pc:spChg>
        <pc:spChg chg="add mod">
          <ac:chgData name="Adam Telfer" userId="63495737-7d16-4369-af85-edb745118219" providerId="ADAL" clId="{D9B225C4-9999-4E01-B239-30E8EEC90793}" dt="2025-10-26T10:46:03.570" v="1189" actId="164"/>
          <ac:spMkLst>
            <pc:docMk/>
            <pc:sldMk cId="1793097526" sldId="270"/>
            <ac:spMk id="59" creationId="{F08A2CDF-BF89-4201-EFA1-8940B1F27DD9}"/>
          </ac:spMkLst>
        </pc:spChg>
        <pc:spChg chg="mod topLvl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75" creationId="{681094BB-171C-1D7C-C896-B7BE90B67D88}"/>
          </ac:spMkLst>
        </pc:spChg>
        <pc:spChg chg="mod topLvl">
          <ac:chgData name="Adam Telfer" userId="63495737-7d16-4369-af85-edb745118219" providerId="ADAL" clId="{D9B225C4-9999-4E01-B239-30E8EEC90793}" dt="2025-10-22T01:17:35.090" v="476" actId="165"/>
          <ac:spMkLst>
            <pc:docMk/>
            <pc:sldMk cId="1793097526" sldId="270"/>
            <ac:spMk id="76" creationId="{49F8AE4B-25A3-0111-DF0B-3DD49CCF0C4D}"/>
          </ac:spMkLst>
        </pc:spChg>
        <pc:spChg chg="mod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113" creationId="{C015EA8A-A384-A385-5773-B2BB154E87A6}"/>
          </ac:spMkLst>
        </pc:spChg>
        <pc:spChg chg="mod topLvl">
          <ac:chgData name="Adam Telfer" userId="63495737-7d16-4369-af85-edb745118219" providerId="ADAL" clId="{D9B225C4-9999-4E01-B239-30E8EEC90793}" dt="2025-10-22T01:17:38.399" v="477" actId="165"/>
          <ac:spMkLst>
            <pc:docMk/>
            <pc:sldMk cId="1793097526" sldId="270"/>
            <ac:spMk id="115" creationId="{A230A80D-00ED-3FB4-3452-6B05FDDE1BD6}"/>
          </ac:spMkLst>
        </pc:spChg>
        <pc:spChg chg="mod topLvl">
          <ac:chgData name="Adam Telfer" userId="63495737-7d16-4369-af85-edb745118219" providerId="ADAL" clId="{D9B225C4-9999-4E01-B239-30E8EEC90793}" dt="2025-10-22T01:17:38.399" v="477" actId="165"/>
          <ac:spMkLst>
            <pc:docMk/>
            <pc:sldMk cId="1793097526" sldId="270"/>
            <ac:spMk id="125" creationId="{7989B921-6911-88C8-CC56-240F6D2D2647}"/>
          </ac:spMkLst>
        </pc:spChg>
        <pc:spChg chg="mod topLvl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127" creationId="{A7572277-7CB2-1B28-2A6D-CD85207F2AE3}"/>
          </ac:spMkLst>
        </pc:spChg>
        <pc:spChg chg="mod topLvl">
          <ac:chgData name="Adam Telfer" userId="63495737-7d16-4369-af85-edb745118219" providerId="ADAL" clId="{D9B225C4-9999-4E01-B239-30E8EEC90793}" dt="2025-10-22T01:17:38.399" v="477" actId="165"/>
          <ac:spMkLst>
            <pc:docMk/>
            <pc:sldMk cId="1793097526" sldId="270"/>
            <ac:spMk id="128" creationId="{0183976E-F557-E43D-74A7-6AB2EB24CC41}"/>
          </ac:spMkLst>
        </pc:spChg>
        <pc:spChg chg="mod topLvl">
          <ac:chgData name="Adam Telfer" userId="63495737-7d16-4369-af85-edb745118219" providerId="ADAL" clId="{D9B225C4-9999-4E01-B239-30E8EEC90793}" dt="2025-10-22T01:17:35.090" v="476" actId="165"/>
          <ac:spMkLst>
            <pc:docMk/>
            <pc:sldMk cId="1793097526" sldId="270"/>
            <ac:spMk id="129" creationId="{0C8D220A-6F1B-2F20-3426-A865C081E33E}"/>
          </ac:spMkLst>
        </pc:spChg>
        <pc:spChg chg="mod">
          <ac:chgData name="Adam Telfer" userId="63495737-7d16-4369-af85-edb745118219" providerId="ADAL" clId="{D9B225C4-9999-4E01-B239-30E8EEC90793}" dt="2025-10-22T01:17:38.399" v="477" actId="165"/>
          <ac:spMkLst>
            <pc:docMk/>
            <pc:sldMk cId="1793097526" sldId="270"/>
            <ac:spMk id="130" creationId="{3D15C792-E690-4E52-F1EE-22C26DEE0799}"/>
          </ac:spMkLst>
        </pc:spChg>
        <pc:spChg chg="mod topLvl">
          <ac:chgData name="Adam Telfer" userId="63495737-7d16-4369-af85-edb745118219" providerId="ADAL" clId="{D9B225C4-9999-4E01-B239-30E8EEC90793}" dt="2025-10-22T01:17:35.090" v="476" actId="165"/>
          <ac:spMkLst>
            <pc:docMk/>
            <pc:sldMk cId="1793097526" sldId="270"/>
            <ac:spMk id="159" creationId="{39B70F87-C41F-FDE4-88FF-92A51BB39518}"/>
          </ac:spMkLst>
        </pc:spChg>
        <pc:spChg chg="mod">
          <ac:chgData name="Adam Telfer" userId="63495737-7d16-4369-af85-edb745118219" providerId="ADAL" clId="{D9B225C4-9999-4E01-B239-30E8EEC90793}" dt="2025-10-26T10:45:46.795" v="1185" actId="165"/>
          <ac:spMkLst>
            <pc:docMk/>
            <pc:sldMk cId="1793097526" sldId="270"/>
            <ac:spMk id="160" creationId="{8DA14BE5-29D5-4777-FAFA-48F15AF76242}"/>
          </ac:spMkLst>
        </pc:spChg>
        <pc:grpChg chg="add mod">
          <ac:chgData name="Adam Telfer" userId="63495737-7d16-4369-af85-edb745118219" providerId="ADAL" clId="{D9B225C4-9999-4E01-B239-30E8EEC90793}" dt="2025-10-26T10:45:59.143" v="1188" actId="164"/>
          <ac:grpSpMkLst>
            <pc:docMk/>
            <pc:sldMk cId="1793097526" sldId="270"/>
            <ac:grpSpMk id="77" creationId="{4B20E7D6-89CA-7351-96EA-DF2C3E1F2BC7}"/>
          </ac:grpSpMkLst>
        </pc:grpChg>
        <pc:grpChg chg="add mod">
          <ac:chgData name="Adam Telfer" userId="63495737-7d16-4369-af85-edb745118219" providerId="ADAL" clId="{D9B225C4-9999-4E01-B239-30E8EEC90793}" dt="2025-10-26T10:46:03.570" v="1189" actId="164"/>
          <ac:grpSpMkLst>
            <pc:docMk/>
            <pc:sldMk cId="1793097526" sldId="270"/>
            <ac:grpSpMk id="78" creationId="{1A8AB9D3-B4AB-EECC-E360-6312E075810B}"/>
          </ac:grpSpMkLst>
        </pc:grpChg>
        <pc:grpChg chg="mod topLvl">
          <ac:chgData name="Adam Telfer" userId="63495737-7d16-4369-af85-edb745118219" providerId="ADAL" clId="{D9B225C4-9999-4E01-B239-30E8EEC90793}" dt="2025-10-26T10:46:03.570" v="1189" actId="164"/>
          <ac:grpSpMkLst>
            <pc:docMk/>
            <pc:sldMk cId="1793097526" sldId="270"/>
            <ac:grpSpMk id="161" creationId="{39FC5100-CBB3-3245-93CF-9B5DF18B0042}"/>
          </ac:grpSpMkLst>
        </pc:grpChg>
        <pc:grpChg chg="mod">
          <ac:chgData name="Adam Telfer" userId="63495737-7d16-4369-af85-edb745118219" providerId="ADAL" clId="{D9B225C4-9999-4E01-B239-30E8EEC90793}" dt="2025-10-26T10:45:59.143" v="1188" actId="164"/>
          <ac:grpSpMkLst>
            <pc:docMk/>
            <pc:sldMk cId="1793097526" sldId="270"/>
            <ac:grpSpMk id="162" creationId="{C5C9761C-7010-D372-0E25-224518AEB585}"/>
          </ac:grpSpMkLst>
        </pc:grpChg>
        <pc:picChg chg="mod">
          <ac:chgData name="Adam Telfer" userId="63495737-7d16-4369-af85-edb745118219" providerId="ADAL" clId="{D9B225C4-9999-4E01-B239-30E8EEC90793}" dt="2025-10-26T10:43:48.803" v="1149" actId="14826"/>
          <ac:picMkLst>
            <pc:docMk/>
            <pc:sldMk cId="1793097526" sldId="270"/>
            <ac:picMk id="4" creationId="{CD901903-6E9E-280B-806A-4866C2DC8AEC}"/>
          </ac:picMkLst>
        </pc:picChg>
        <pc:picChg chg="mod modCrop">
          <ac:chgData name="Adam Telfer" userId="63495737-7d16-4369-af85-edb745118219" providerId="ADAL" clId="{D9B225C4-9999-4E01-B239-30E8EEC90793}" dt="2025-10-26T10:42:38.776" v="1138" actId="1038"/>
          <ac:picMkLst>
            <pc:docMk/>
            <pc:sldMk cId="1793097526" sldId="270"/>
            <ac:picMk id="37" creationId="{2A5F6D55-8293-A518-80FB-06F2E3298934}"/>
          </ac:picMkLst>
        </pc:picChg>
        <pc:picChg chg="mod modCrop">
          <ac:chgData name="Adam Telfer" userId="63495737-7d16-4369-af85-edb745118219" providerId="ADAL" clId="{D9B225C4-9999-4E01-B239-30E8EEC90793}" dt="2025-10-26T10:42:36.337" v="1137" actId="1037"/>
          <ac:picMkLst>
            <pc:docMk/>
            <pc:sldMk cId="1793097526" sldId="270"/>
            <ac:picMk id="44" creationId="{4A2D98EC-555E-849E-A4E3-997979BFF62B}"/>
          </ac:picMkLst>
        </pc:picChg>
        <pc:cxnChg chg="mod">
          <ac:chgData name="Adam Telfer" userId="63495737-7d16-4369-af85-edb745118219" providerId="ADAL" clId="{D9B225C4-9999-4E01-B239-30E8EEC90793}" dt="2025-10-26T10:15:41.175" v="1080" actId="1037"/>
          <ac:cxnSpMkLst>
            <pc:docMk/>
            <pc:sldMk cId="1793097526" sldId="270"/>
            <ac:cxnSpMk id="41" creationId="{D1A2DA12-C5C6-C748-BA12-E6855FCA425D}"/>
          </ac:cxnSpMkLst>
        </pc:cxnChg>
        <pc:cxnChg chg="mod">
          <ac:chgData name="Adam Telfer" userId="63495737-7d16-4369-af85-edb745118219" providerId="ADAL" clId="{D9B225C4-9999-4E01-B239-30E8EEC90793}" dt="2025-10-26T10:15:02.670" v="1076" actId="1037"/>
          <ac:cxnSpMkLst>
            <pc:docMk/>
            <pc:sldMk cId="1793097526" sldId="270"/>
            <ac:cxnSpMk id="47" creationId="{B7198F24-338C-E902-B9B2-27BE3B0EFB47}"/>
          </ac:cxnSpMkLst>
        </pc:cxnChg>
      </pc:sldChg>
      <pc:sldChg chg="addSp delSp modSp new mod">
        <pc:chgData name="Adam Telfer" userId="63495737-7d16-4369-af85-edb745118219" providerId="ADAL" clId="{D9B225C4-9999-4E01-B239-30E8EEC90793}" dt="2025-10-22T04:18:28.563" v="549" actId="164"/>
        <pc:sldMkLst>
          <pc:docMk/>
          <pc:sldMk cId="1618043197" sldId="271"/>
        </pc:sldMkLst>
        <pc:spChg chg="add mod">
          <ac:chgData name="Adam Telfer" userId="63495737-7d16-4369-af85-edb745118219" providerId="ADAL" clId="{D9B225C4-9999-4E01-B239-30E8EEC90793}" dt="2025-10-22T04:18:28.563" v="549" actId="164"/>
          <ac:spMkLst>
            <pc:docMk/>
            <pc:sldMk cId="1618043197" sldId="271"/>
            <ac:spMk id="6" creationId="{94834225-732C-5C60-2E51-2D13C48A273B}"/>
          </ac:spMkLst>
        </pc:spChg>
        <pc:spChg chg="add mod">
          <ac:chgData name="Adam Telfer" userId="63495737-7d16-4369-af85-edb745118219" providerId="ADAL" clId="{D9B225C4-9999-4E01-B239-30E8EEC90793}" dt="2025-10-22T04:18:28.563" v="549" actId="164"/>
          <ac:spMkLst>
            <pc:docMk/>
            <pc:sldMk cId="1618043197" sldId="271"/>
            <ac:spMk id="7" creationId="{C3B21D1E-9264-4640-FCC8-E0A2574D972B}"/>
          </ac:spMkLst>
        </pc:spChg>
        <pc:grpChg chg="add mod">
          <ac:chgData name="Adam Telfer" userId="63495737-7d16-4369-af85-edb745118219" providerId="ADAL" clId="{D9B225C4-9999-4E01-B239-30E8EEC90793}" dt="2025-10-22T04:18:28.563" v="549" actId="164"/>
          <ac:grpSpMkLst>
            <pc:docMk/>
            <pc:sldMk cId="1618043197" sldId="271"/>
            <ac:grpSpMk id="8" creationId="{FCBBE328-B221-E8D1-B045-E1F064972898}"/>
          </ac:grpSpMkLst>
        </pc:grpChg>
        <pc:picChg chg="add mod">
          <ac:chgData name="Adam Telfer" userId="63495737-7d16-4369-af85-edb745118219" providerId="ADAL" clId="{D9B225C4-9999-4E01-B239-30E8EEC90793}" dt="2025-10-22T04:18:28.563" v="549" actId="164"/>
          <ac:picMkLst>
            <pc:docMk/>
            <pc:sldMk cId="1618043197" sldId="271"/>
            <ac:picMk id="5" creationId="{2F68F43A-51B6-B0AA-50A7-08A6A7319F52}"/>
          </ac:picMkLst>
        </pc:picChg>
      </pc:sldChg>
      <pc:sldChg chg="addSp delSp modSp add mod">
        <pc:chgData name="Adam Telfer" userId="63495737-7d16-4369-af85-edb745118219" providerId="ADAL" clId="{D9B225C4-9999-4E01-B239-30E8EEC90793}" dt="2025-10-22T20:32:34.713" v="805" actId="1076"/>
        <pc:sldMkLst>
          <pc:docMk/>
          <pc:sldMk cId="1031154268" sldId="272"/>
        </pc:sldMkLst>
        <pc:spChg chg="mod">
          <ac:chgData name="Adam Telfer" userId="63495737-7d16-4369-af85-edb745118219" providerId="ADAL" clId="{D9B225C4-9999-4E01-B239-30E8EEC90793}" dt="2025-10-22T20:29:49.438" v="551" actId="165"/>
          <ac:spMkLst>
            <pc:docMk/>
            <pc:sldMk cId="1031154268" sldId="272"/>
            <ac:spMk id="18" creationId="{D31F2F64-BDDE-619F-BFD2-2BD9736F119A}"/>
          </ac:spMkLst>
        </pc:spChg>
        <pc:spChg chg="mod">
          <ac:chgData name="Adam Telfer" userId="63495737-7d16-4369-af85-edb745118219" providerId="ADAL" clId="{D9B225C4-9999-4E01-B239-30E8EEC90793}" dt="2025-10-22T20:29:49.438" v="551" actId="165"/>
          <ac:spMkLst>
            <pc:docMk/>
            <pc:sldMk cId="1031154268" sldId="272"/>
            <ac:spMk id="19" creationId="{4EDCD33F-8196-0362-D6AF-AB158DED6AD1}"/>
          </ac:spMkLst>
        </pc:spChg>
        <pc:spChg chg="mod">
          <ac:chgData name="Adam Telfer" userId="63495737-7d16-4369-af85-edb745118219" providerId="ADAL" clId="{D9B225C4-9999-4E01-B239-30E8EEC90793}" dt="2025-10-22T20:29:49.438" v="551" actId="165"/>
          <ac:spMkLst>
            <pc:docMk/>
            <pc:sldMk cId="1031154268" sldId="272"/>
            <ac:spMk id="20" creationId="{F061E7C1-4172-6751-DE80-965F34EE9487}"/>
          </ac:spMkLst>
        </pc:spChg>
        <pc:spChg chg="mod">
          <ac:chgData name="Adam Telfer" userId="63495737-7d16-4369-af85-edb745118219" providerId="ADAL" clId="{D9B225C4-9999-4E01-B239-30E8EEC90793}" dt="2025-10-22T20:29:55.159" v="553" actId="165"/>
          <ac:spMkLst>
            <pc:docMk/>
            <pc:sldMk cId="1031154268" sldId="272"/>
            <ac:spMk id="41" creationId="{E1AF95FD-9F4E-CB59-75A6-3FF372DB9109}"/>
          </ac:spMkLst>
        </pc:spChg>
        <pc:spChg chg="mod">
          <ac:chgData name="Adam Telfer" userId="63495737-7d16-4369-af85-edb745118219" providerId="ADAL" clId="{D9B225C4-9999-4E01-B239-30E8EEC90793}" dt="2025-10-22T20:29:55.159" v="553" actId="165"/>
          <ac:spMkLst>
            <pc:docMk/>
            <pc:sldMk cId="1031154268" sldId="272"/>
            <ac:spMk id="42" creationId="{EEDCDAB5-5549-A55A-B6A2-4588BFB2FBBE}"/>
          </ac:spMkLst>
        </pc:spChg>
        <pc:spChg chg="mod">
          <ac:chgData name="Adam Telfer" userId="63495737-7d16-4369-af85-edb745118219" providerId="ADAL" clId="{D9B225C4-9999-4E01-B239-30E8EEC90793}" dt="2025-10-22T20:29:55.159" v="553" actId="165"/>
          <ac:spMkLst>
            <pc:docMk/>
            <pc:sldMk cId="1031154268" sldId="272"/>
            <ac:spMk id="43" creationId="{8982F679-0F63-8D2D-D9E3-E0B365733AA4}"/>
          </ac:spMkLst>
        </pc:spChg>
        <pc:grpChg chg="add mod">
          <ac:chgData name="Adam Telfer" userId="63495737-7d16-4369-af85-edb745118219" providerId="ADAL" clId="{D9B225C4-9999-4E01-B239-30E8EEC90793}" dt="2025-10-22T20:32:34.713" v="805" actId="1076"/>
          <ac:grpSpMkLst>
            <pc:docMk/>
            <pc:sldMk cId="1031154268" sldId="272"/>
            <ac:grpSpMk id="7" creationId="{2779CFE2-CA1F-F718-CE08-96FFF266F55D}"/>
          </ac:grpSpMkLst>
        </pc:grpChg>
        <pc:grpChg chg="add mod">
          <ac:chgData name="Adam Telfer" userId="63495737-7d16-4369-af85-edb745118219" providerId="ADAL" clId="{D9B225C4-9999-4E01-B239-30E8EEC90793}" dt="2025-10-22T20:32:32.426" v="804" actId="164"/>
          <ac:grpSpMkLst>
            <pc:docMk/>
            <pc:sldMk cId="1031154268" sldId="272"/>
            <ac:grpSpMk id="8" creationId="{C84C6699-BEC3-2B8B-A24C-4198E8CB6CD4}"/>
          </ac:grpSpMkLst>
        </pc:grpChg>
        <pc:grpChg chg="mod topLvl">
          <ac:chgData name="Adam Telfer" userId="63495737-7d16-4369-af85-edb745118219" providerId="ADAL" clId="{D9B225C4-9999-4E01-B239-30E8EEC90793}" dt="2025-10-22T20:32:32.426" v="804" actId="164"/>
          <ac:grpSpMkLst>
            <pc:docMk/>
            <pc:sldMk cId="1031154268" sldId="272"/>
            <ac:grpSpMk id="21" creationId="{53A81EFE-D445-6C62-0083-7A245DE9B2FF}"/>
          </ac:grpSpMkLst>
        </pc:grpChg>
        <pc:grpChg chg="mod topLvl">
          <ac:chgData name="Adam Telfer" userId="63495737-7d16-4369-af85-edb745118219" providerId="ADAL" clId="{D9B225C4-9999-4E01-B239-30E8EEC90793}" dt="2025-10-22T20:32:29.704" v="803" actId="164"/>
          <ac:grpSpMkLst>
            <pc:docMk/>
            <pc:sldMk cId="1031154268" sldId="272"/>
            <ac:grpSpMk id="37" creationId="{CB0DDE85-3F0F-25F9-3BCC-0ED3E30678BE}"/>
          </ac:grpSpMkLst>
        </pc:grpChg>
        <pc:picChg chg="add mod ord">
          <ac:chgData name="Adam Telfer" userId="63495737-7d16-4369-af85-edb745118219" providerId="ADAL" clId="{D9B225C4-9999-4E01-B239-30E8EEC90793}" dt="2025-10-22T20:32:32.426" v="804" actId="164"/>
          <ac:picMkLst>
            <pc:docMk/>
            <pc:sldMk cId="1031154268" sldId="272"/>
            <ac:picMk id="3" creationId="{FCEC28AC-1F24-3FC5-D9F3-99727C596264}"/>
          </ac:picMkLst>
        </pc:picChg>
        <pc:picChg chg="add mod ord">
          <ac:chgData name="Adam Telfer" userId="63495737-7d16-4369-af85-edb745118219" providerId="ADAL" clId="{D9B225C4-9999-4E01-B239-30E8EEC90793}" dt="2025-10-22T20:32:29.704" v="803" actId="164"/>
          <ac:picMkLst>
            <pc:docMk/>
            <pc:sldMk cId="1031154268" sldId="272"/>
            <ac:picMk id="6" creationId="{3F12AE51-C77C-9042-97D7-72798738396B}"/>
          </ac:picMkLst>
        </pc:picChg>
        <pc:cxnChg chg="mod">
          <ac:chgData name="Adam Telfer" userId="63495737-7d16-4369-af85-edb745118219" providerId="ADAL" clId="{D9B225C4-9999-4E01-B239-30E8EEC90793}" dt="2025-10-22T20:29:49.438" v="551" actId="165"/>
          <ac:cxnSpMkLst>
            <pc:docMk/>
            <pc:sldMk cId="1031154268" sldId="272"/>
            <ac:cxnSpMk id="11" creationId="{0F7C4093-E0BE-D22B-68E7-622C8B1B3D54}"/>
          </ac:cxnSpMkLst>
        </pc:cxnChg>
        <pc:cxnChg chg="mod">
          <ac:chgData name="Adam Telfer" userId="63495737-7d16-4369-af85-edb745118219" providerId="ADAL" clId="{D9B225C4-9999-4E01-B239-30E8EEC90793}" dt="2025-10-22T20:29:49.438" v="551" actId="165"/>
          <ac:cxnSpMkLst>
            <pc:docMk/>
            <pc:sldMk cId="1031154268" sldId="272"/>
            <ac:cxnSpMk id="13" creationId="{0C5C4C94-3A10-DEE7-DD24-ECA44546A3CE}"/>
          </ac:cxnSpMkLst>
        </pc:cxnChg>
        <pc:cxnChg chg="mod topLvl">
          <ac:chgData name="Adam Telfer" userId="63495737-7d16-4369-af85-edb745118219" providerId="ADAL" clId="{D9B225C4-9999-4E01-B239-30E8EEC90793}" dt="2025-10-22T20:32:32.426" v="804" actId="164"/>
          <ac:cxnSpMkLst>
            <pc:docMk/>
            <pc:sldMk cId="1031154268" sldId="272"/>
            <ac:cxnSpMk id="15" creationId="{D836C0BD-0C18-7F9F-1A4B-9E5D05F2A89E}"/>
          </ac:cxnSpMkLst>
        </pc:cxnChg>
        <pc:cxnChg chg="mod topLvl">
          <ac:chgData name="Adam Telfer" userId="63495737-7d16-4369-af85-edb745118219" providerId="ADAL" clId="{D9B225C4-9999-4E01-B239-30E8EEC90793}" dt="2025-10-22T20:32:32.426" v="804" actId="164"/>
          <ac:cxnSpMkLst>
            <pc:docMk/>
            <pc:sldMk cId="1031154268" sldId="272"/>
            <ac:cxnSpMk id="17" creationId="{52E74815-3581-B6A1-9702-2A2122B20982}"/>
          </ac:cxnSpMkLst>
        </pc:cxnChg>
        <pc:cxnChg chg="mod topLvl">
          <ac:chgData name="Adam Telfer" userId="63495737-7d16-4369-af85-edb745118219" providerId="ADAL" clId="{D9B225C4-9999-4E01-B239-30E8EEC90793}" dt="2025-10-22T20:32:29.704" v="803" actId="164"/>
          <ac:cxnSpMkLst>
            <pc:docMk/>
            <pc:sldMk cId="1031154268" sldId="272"/>
            <ac:cxnSpMk id="35" creationId="{2B1BE4A7-564B-FCC8-3B90-D8BCA6B26101}"/>
          </ac:cxnSpMkLst>
        </pc:cxnChg>
        <pc:cxnChg chg="mod topLvl">
          <ac:chgData name="Adam Telfer" userId="63495737-7d16-4369-af85-edb745118219" providerId="ADAL" clId="{D9B225C4-9999-4E01-B239-30E8EEC90793}" dt="2025-10-22T20:32:29.704" v="803" actId="164"/>
          <ac:cxnSpMkLst>
            <pc:docMk/>
            <pc:sldMk cId="1031154268" sldId="272"/>
            <ac:cxnSpMk id="36" creationId="{78F2C914-D0AF-32F8-B393-DF1365618FDE}"/>
          </ac:cxnSpMkLst>
        </pc:cxnChg>
        <pc:cxnChg chg="mod">
          <ac:chgData name="Adam Telfer" userId="63495737-7d16-4369-af85-edb745118219" providerId="ADAL" clId="{D9B225C4-9999-4E01-B239-30E8EEC90793}" dt="2025-10-22T20:29:55.159" v="553" actId="165"/>
          <ac:cxnSpMkLst>
            <pc:docMk/>
            <pc:sldMk cId="1031154268" sldId="272"/>
            <ac:cxnSpMk id="38" creationId="{68747EBF-FC3D-1767-73FB-53479FEBA788}"/>
          </ac:cxnSpMkLst>
        </pc:cxnChg>
        <pc:cxnChg chg="mod">
          <ac:chgData name="Adam Telfer" userId="63495737-7d16-4369-af85-edb745118219" providerId="ADAL" clId="{D9B225C4-9999-4E01-B239-30E8EEC90793}" dt="2025-10-22T20:29:55.159" v="553" actId="165"/>
          <ac:cxnSpMkLst>
            <pc:docMk/>
            <pc:sldMk cId="1031154268" sldId="272"/>
            <ac:cxnSpMk id="40" creationId="{B264FC89-FF1E-C866-7306-0FC60B814F73}"/>
          </ac:cxnSpMkLst>
        </pc:cxnChg>
      </pc:sldChg>
    </pc:docChg>
  </pc:docChgLst>
  <pc:docChgLst>
    <pc:chgData name="Jacob Quinn" userId="S::n11404396@qut.edu.au::33505bd7-982d-4e5b-b954-a5334d20a1a7" providerId="AD" clId="Web-{C5EDF6C8-08AB-92E8-7423-9FEB62C97B55}"/>
    <pc:docChg chg="modSld">
      <pc:chgData name="Jacob Quinn" userId="S::n11404396@qut.edu.au::33505bd7-982d-4e5b-b954-a5334d20a1a7" providerId="AD" clId="Web-{C5EDF6C8-08AB-92E8-7423-9FEB62C97B55}" dt="2025-10-22T07:51:03.014" v="0" actId="1076"/>
      <pc:docMkLst>
        <pc:docMk/>
      </pc:docMkLst>
      <pc:sldChg chg="modSp">
        <pc:chgData name="Jacob Quinn" userId="S::n11404396@qut.edu.au::33505bd7-982d-4e5b-b954-a5334d20a1a7" providerId="AD" clId="Web-{C5EDF6C8-08AB-92E8-7423-9FEB62C97B55}" dt="2025-10-22T07:51:03.014" v="0" actId="1076"/>
        <pc:sldMkLst>
          <pc:docMk/>
          <pc:sldMk cId="512310411" sldId="266"/>
        </pc:sldMkLst>
        <pc:picChg chg="mod">
          <ac:chgData name="Jacob Quinn" userId="S::n11404396@qut.edu.au::33505bd7-982d-4e5b-b954-a5334d20a1a7" providerId="AD" clId="Web-{C5EDF6C8-08AB-92E8-7423-9FEB62C97B55}" dt="2025-10-22T07:51:03.014" v="0" actId="1076"/>
          <ac:picMkLst>
            <pc:docMk/>
            <pc:sldMk cId="512310411" sldId="266"/>
            <ac:picMk id="34" creationId="{EA179210-F719-0D98-CB0B-E0B402C477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6ADB-89C4-99A4-697B-AF1C3949F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421B2-AD82-D6AA-5BCC-EC1184913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9473-EE9F-1C3A-6E3D-B4A7AA05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4E166-B089-8E31-9826-B2E0165D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24DE7-E584-70F0-3C25-9238A726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111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347A-95FC-7A05-CB49-70E698E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8CF6-B5FA-F2D3-FAB4-F5787B9A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6DBA8-B633-D138-70A8-A6F4996E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2AA0F-597D-2550-A7C7-B26FF194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804F-4716-6D74-1AFD-E3748E3C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61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66DF-B02B-BA6E-111D-6A184B12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1E85C-F3F7-1044-9E8A-F42056822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7650A-8624-F531-DF2B-CE2467E63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C798B-D6B3-19FD-C781-517F0466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B033-7806-3A2A-715B-52B2FA24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90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7CED-D304-E80E-FBF2-6C675E01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480E-87B3-01B9-77C9-2C0AB9844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94BFF-3E82-C8E5-C766-E02B789BB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EDA30-14B0-53A9-C5B9-0D99C6D7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CC4C1-15DC-4524-FCCB-91E46A5A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38A85-975A-7FD5-1DB2-6C927918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712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2DCB-9DD1-F73F-2C13-E6CEB0FB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4B09-06E4-0322-031C-2B0F44B7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A1D49-9D9E-F46C-0136-D4DFABE45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F56ED-B471-BB2B-3DFC-F87C9895E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15497-3A94-8C8F-D4E2-DAD303EA9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C9FBE-3A05-6761-B243-6D18C64E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2DD7A-B281-D0FC-6343-02805F5A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4BAF3-2A04-75A6-9123-61932482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39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CF43-D67D-C476-482C-57FFEEB0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1EE84-0F0F-1013-6B9D-D7B659FA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48576-5A74-85B5-29F2-6D4650CA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D2A9-D2D2-188D-B00E-EBD263C1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09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C8FC5-CC71-3877-7FC2-AB1224FB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C86FD-952C-69B5-38A4-99DCC091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0BC2-4B98-59E8-4CCB-650328A8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AE2D-AB05-1E39-822A-75916BE4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07F6-9C74-A765-4CCD-06C7FDAC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1B5C1-A4C7-3096-3224-3FEAAD1B9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90BFD-5F00-6FD7-FE88-592612AF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E772D-6441-71EC-7C5D-D3DBBCED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D34CD-552F-F358-D0DE-DD138E1F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32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E194-78B7-B136-2632-0A47DE26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58D86-950A-51F4-50D6-880144814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5E7E5-D884-60D7-1E46-21F11C3B3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61A7E-8636-4CB7-AD16-29E5D9F3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5BBEE-C89A-1E16-34E9-9BD2C330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3681-3EA6-2A4C-76C3-CC321D62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4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24FB-5560-4FDB-D62F-C9035E7A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2CC4D-CA91-A452-9BE0-DE3505891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03C70-606D-9BC7-CCEC-CADBAB69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AD5BA-29B1-6F0F-E27F-79E320F7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15CC-2493-9CEF-15A5-9DD1E510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49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3B6E9-EA4C-6E4E-AB8D-9439E2E5E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86E4B-D0A1-83B3-8C43-7B73DDF50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64F3C-7ED3-706E-8787-A5799C3F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8F4C7-3C86-BC4D-D036-2F0C9858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E8570-394A-F5BC-97F6-F7156E10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8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A9631-E6E4-CED6-690E-9AB6C276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AD268-00CA-D456-9E3B-EE6E6551B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49E2A-B897-D9AD-43C2-6FA81960C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32D5D-2F2F-47BF-A496-F63AADC344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1679-8657-B802-5406-FA896EE0F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D2FB-4044-F680-B75F-F52433590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77F9C-DA13-4C03-BCBF-C975EE4FB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6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7.png"/><Relationship Id="rId4" Type="http://schemas.openxmlformats.org/officeDocument/2006/relationships/image" Target="../media/image4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50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.png"/><Relationship Id="rId26" Type="http://schemas.openxmlformats.org/officeDocument/2006/relationships/image" Target="../media/image72.png"/><Relationship Id="rId8" Type="http://schemas.openxmlformats.org/officeDocument/2006/relationships/image" Target="../media/image560.png"/><Relationship Id="rId13" Type="http://schemas.openxmlformats.org/officeDocument/2006/relationships/image" Target="../media/image61.png"/><Relationship Id="rId3" Type="http://schemas.openxmlformats.org/officeDocument/2006/relationships/image" Target="../media/image56.png"/><Relationship Id="rId21" Type="http://schemas.openxmlformats.org/officeDocument/2006/relationships/image" Target="../media/image67.png"/><Relationship Id="rId25" Type="http://schemas.openxmlformats.org/officeDocument/2006/relationships/image" Target="../media/image71.png"/><Relationship Id="rId7" Type="http://schemas.openxmlformats.org/officeDocument/2006/relationships/image" Target="../media/image14.png"/><Relationship Id="rId12" Type="http://schemas.openxmlformats.org/officeDocument/2006/relationships/image" Target="../media/image60.png"/><Relationship Id="rId2" Type="http://schemas.openxmlformats.org/officeDocument/2006/relationships/image" Target="../media/image55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0.png"/><Relationship Id="rId6" Type="http://schemas.openxmlformats.org/officeDocument/2006/relationships/image" Target="../media/image550.png"/><Relationship Id="rId11" Type="http://schemas.openxmlformats.org/officeDocument/2006/relationships/image" Target="../media/image59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5" Type="http://schemas.openxmlformats.org/officeDocument/2006/relationships/image" Target="../media/image63.png"/><Relationship Id="rId5" Type="http://schemas.openxmlformats.org/officeDocument/2006/relationships/image" Target="../media/image10.png"/><Relationship Id="rId19" Type="http://schemas.openxmlformats.org/officeDocument/2006/relationships/image" Target="../media/image6.png"/><Relationship Id="rId10" Type="http://schemas.openxmlformats.org/officeDocument/2006/relationships/image" Target="../media/image58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57.png"/><Relationship Id="rId4" Type="http://schemas.openxmlformats.org/officeDocument/2006/relationships/image" Target="../media/image39.png"/><Relationship Id="rId9" Type="http://schemas.openxmlformats.org/officeDocument/2006/relationships/image" Target="../media/image570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C81CAF2-0B40-A59A-4EB8-A65937DB2A26}"/>
              </a:ext>
            </a:extLst>
          </p:cNvPr>
          <p:cNvGrpSpPr/>
          <p:nvPr/>
        </p:nvGrpSpPr>
        <p:grpSpPr>
          <a:xfrm>
            <a:off x="4857826" y="1869029"/>
            <a:ext cx="2136217" cy="2233171"/>
            <a:chOff x="4857826" y="1869029"/>
            <a:chExt cx="2136217" cy="22331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EDAC1F-EC96-8FF2-0C75-31E903995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9258" y="2825992"/>
              <a:ext cx="1133483" cy="114300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924417-DDD3-E114-046C-295362CADF10}"/>
                    </a:ext>
                  </a:extLst>
                </p:cNvPr>
                <p:cNvSpPr txBox="1"/>
                <p:nvPr/>
              </p:nvSpPr>
              <p:spPr>
                <a:xfrm>
                  <a:off x="6308966" y="2663058"/>
                  <a:ext cx="5865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924417-DDD3-E114-046C-295362CAD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8966" y="2663058"/>
                  <a:ext cx="58657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6250" r="-104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B53C82D1-BF58-945C-7ABF-CD836F684A2D}"/>
                </a:ext>
              </a:extLst>
            </p:cNvPr>
            <p:cNvSpPr/>
            <p:nvPr/>
          </p:nvSpPr>
          <p:spPr>
            <a:xfrm>
              <a:off x="5582741" y="2857496"/>
              <a:ext cx="1080000" cy="1080000"/>
            </a:xfrm>
            <a:prstGeom prst="arc">
              <a:avLst>
                <a:gd name="adj1" fmla="val 16709273"/>
                <a:gd name="adj2" fmla="val 19652608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2937FA8-917B-35E6-7AA4-915EA1DE5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5999" y="2940057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16194A-D3BF-1A99-AEBE-FA44760FD3C0}"/>
                </a:ext>
              </a:extLst>
            </p:cNvPr>
            <p:cNvCxnSpPr>
              <a:cxnSpLocks/>
            </p:cNvCxnSpPr>
            <p:nvPr/>
          </p:nvCxnSpPr>
          <p:spPr>
            <a:xfrm rot="14400000" flipH="1">
              <a:off x="5571915" y="3832200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11FE284-ACF3-E099-1DCF-B09A5D2B70D2}"/>
                </a:ext>
              </a:extLst>
            </p:cNvPr>
            <p:cNvCxnSpPr>
              <a:cxnSpLocks/>
            </p:cNvCxnSpPr>
            <p:nvPr/>
          </p:nvCxnSpPr>
          <p:spPr>
            <a:xfrm rot="7200000" flipH="1">
              <a:off x="6349261" y="3368675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06A1FCF-FF8E-121C-8926-1AD2C237B0B1}"/>
                    </a:ext>
                  </a:extLst>
                </p:cNvPr>
                <p:cNvSpPr txBox="1"/>
                <p:nvPr/>
              </p:nvSpPr>
              <p:spPr>
                <a:xfrm>
                  <a:off x="5237579" y="2749079"/>
                  <a:ext cx="282939" cy="2891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06A1FCF-FF8E-121C-8926-1AD2C237B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579" y="2749079"/>
                  <a:ext cx="282939" cy="289182"/>
                </a:xfrm>
                <a:prstGeom prst="rect">
                  <a:avLst/>
                </a:prstGeom>
                <a:blipFill>
                  <a:blip r:embed="rId4"/>
                  <a:stretch>
                    <a:fillRect l="-27660" r="-23404" b="-10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FE4B6DE-A960-CAA7-5934-AA508A8332F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822496" y="2670057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EC54FF-71F4-CC7A-38F6-C3659C03CA9E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6454043" y="3738693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6ABA829-14BA-E172-BB6A-A73705132513}"/>
                </a:ext>
              </a:extLst>
            </p:cNvPr>
            <p:cNvCxnSpPr>
              <a:cxnSpLocks/>
            </p:cNvCxnSpPr>
            <p:nvPr/>
          </p:nvCxnSpPr>
          <p:spPr>
            <a:xfrm rot="9000000" flipH="1">
              <a:off x="5194348" y="3733373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CCC1252-386B-014E-1707-847BB11182E7}"/>
                    </a:ext>
                  </a:extLst>
                </p:cNvPr>
                <p:cNvSpPr txBox="1"/>
                <p:nvPr/>
              </p:nvSpPr>
              <p:spPr>
                <a:xfrm>
                  <a:off x="5951026" y="2108278"/>
                  <a:ext cx="282939" cy="2891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CCC1252-386B-014E-1707-847BB1118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1026" y="2108278"/>
                  <a:ext cx="282939" cy="289182"/>
                </a:xfrm>
                <a:prstGeom prst="rect">
                  <a:avLst/>
                </a:prstGeom>
                <a:blipFill>
                  <a:blip r:embed="rId5"/>
                  <a:stretch>
                    <a:fillRect l="-27660" r="-36170"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2B4D65-A214-720A-5D63-4AC14074A7C8}"/>
                </a:ext>
              </a:extLst>
            </p:cNvPr>
            <p:cNvSpPr/>
            <p:nvPr/>
          </p:nvSpPr>
          <p:spPr>
            <a:xfrm>
              <a:off x="6056776" y="3341125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8AF669-8526-CA18-8786-A04E87E7592A}"/>
                </a:ext>
              </a:extLst>
            </p:cNvPr>
            <p:cNvGrpSpPr/>
            <p:nvPr/>
          </p:nvGrpSpPr>
          <p:grpSpPr>
            <a:xfrm>
              <a:off x="4857826" y="1869029"/>
              <a:ext cx="657811" cy="810928"/>
              <a:chOff x="4467288" y="2168072"/>
              <a:chExt cx="657811" cy="810928"/>
            </a:xfrm>
          </p:grpSpPr>
          <p:cxnSp>
            <p:nvCxnSpPr>
              <p:cNvPr id="2" name="Straight Arrow Connector 1">
                <a:extLst>
                  <a:ext uri="{FF2B5EF4-FFF2-40B4-BE49-F238E27FC236}">
                    <a16:creationId xmlns:a16="http://schemas.microsoft.com/office/drawing/2014/main" id="{1C1E9213-975E-087B-E02A-596002D23E0B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39646A59-E5C6-78D9-D273-88B04823A409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2C125FE6-0B1B-25BF-6E0A-5F4EDBDAD90B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ABF92677-48FF-104C-B173-6E6F28B074C8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C00AC98-A7B4-D9C3-483B-4E55CE4A75CA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602EFE1-CFDB-9B5D-EDA0-6880C5BE50F2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602EFE1-CFDB-9B5D-EDA0-6880C5BE50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4483" r="-3448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C2AFC1A-E739-2306-C7F6-36D6C27AC1E4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C2AFC1A-E739-2306-C7F6-36D6C27AC1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9795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779BE903-DCC5-3060-173A-6C78491720E3}"/>
              </a:ext>
            </a:extLst>
          </p:cNvPr>
          <p:cNvGrpSpPr/>
          <p:nvPr/>
        </p:nvGrpSpPr>
        <p:grpSpPr>
          <a:xfrm>
            <a:off x="3593939" y="1383666"/>
            <a:ext cx="3496756" cy="3719092"/>
            <a:chOff x="3593939" y="1383666"/>
            <a:chExt cx="3496756" cy="371909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58A3011-3A20-6B77-65AA-B881AFBFE23A}"/>
                </a:ext>
              </a:extLst>
            </p:cNvPr>
            <p:cNvSpPr/>
            <p:nvPr/>
          </p:nvSpPr>
          <p:spPr>
            <a:xfrm>
              <a:off x="4393073" y="1867520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F481E6-7104-2B17-BF73-593D77865C88}"/>
                    </a:ext>
                  </a:extLst>
                </p:cNvPr>
                <p:cNvSpPr txBox="1"/>
                <p:nvPr/>
              </p:nvSpPr>
              <p:spPr>
                <a:xfrm>
                  <a:off x="4628363" y="2535321"/>
                  <a:ext cx="5865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F481E6-7104-2B17-BF73-593D77865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8363" y="2535321"/>
                  <a:ext cx="586571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250" r="-104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6B9319B-65E8-84AB-5143-49CF027E5EE6}"/>
                </a:ext>
              </a:extLst>
            </p:cNvPr>
            <p:cNvSpPr/>
            <p:nvPr/>
          </p:nvSpPr>
          <p:spPr>
            <a:xfrm>
              <a:off x="5138460" y="2593525"/>
              <a:ext cx="1080000" cy="1080000"/>
            </a:xfrm>
            <a:prstGeom prst="arc">
              <a:avLst>
                <a:gd name="adj1" fmla="val 10217392"/>
                <a:gd name="adj2" fmla="val 15081381"/>
              </a:avLst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ACE002D-FC4D-EDAD-8699-12C78B7DF970}"/>
                </a:ext>
              </a:extLst>
            </p:cNvPr>
            <p:cNvCxnSpPr>
              <a:cxnSpLocks/>
            </p:cNvCxnSpPr>
            <p:nvPr/>
          </p:nvCxnSpPr>
          <p:spPr>
            <a:xfrm>
              <a:off x="5650695" y="1871498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DAA0FF1-5B9D-3363-5F0C-F9E91B30BFF7}"/>
                    </a:ext>
                  </a:extLst>
                </p:cNvPr>
                <p:cNvSpPr txBox="1"/>
                <p:nvPr/>
              </p:nvSpPr>
              <p:spPr>
                <a:xfrm>
                  <a:off x="6703864" y="1549153"/>
                  <a:ext cx="375616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DAA0FF1-5B9D-3363-5F0C-F9E91B30B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864" y="1549153"/>
                  <a:ext cx="375616" cy="289182"/>
                </a:xfrm>
                <a:prstGeom prst="rect">
                  <a:avLst/>
                </a:prstGeom>
                <a:blipFill>
                  <a:blip r:embed="rId3"/>
                  <a:stretch>
                    <a:fillRect l="-16393" r="-3279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EE118B-3E85-9386-6E9E-213649C5414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>
              <a:off x="5653073" y="1867520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919706-EB7B-CBB5-DECC-B49092ABFD7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193906" y="2815694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155F0C-161A-CC67-73EB-49BEFD8B85B7}"/>
                </a:ext>
              </a:extLst>
            </p:cNvPr>
            <p:cNvCxnSpPr>
              <a:cxnSpLocks/>
            </p:cNvCxnSpPr>
            <p:nvPr/>
          </p:nvCxnSpPr>
          <p:spPr>
            <a:xfrm rot="14400000">
              <a:off x="5112241" y="2815694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6EC1C9D-743D-96F4-B07F-E36E6CD8043A}"/>
                </a:ext>
              </a:extLst>
            </p:cNvPr>
            <p:cNvCxnSpPr>
              <a:cxnSpLocks/>
            </p:cNvCxnSpPr>
            <p:nvPr/>
          </p:nvCxnSpPr>
          <p:spPr>
            <a:xfrm rot="18000000" flipH="1">
              <a:off x="5667898" y="4382758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72FA03F-3467-4B45-C0B3-657955C3D604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3490693" y="3140444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0245CC1-30E1-AFFF-F685-E43142259143}"/>
                    </a:ext>
                  </a:extLst>
                </p:cNvPr>
                <p:cNvSpPr txBox="1"/>
                <p:nvPr/>
              </p:nvSpPr>
              <p:spPr>
                <a:xfrm>
                  <a:off x="5720384" y="4615875"/>
                  <a:ext cx="375616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0245CC1-30E1-AFFF-F685-E43142259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384" y="4615875"/>
                  <a:ext cx="375616" cy="289182"/>
                </a:xfrm>
                <a:prstGeom prst="rect">
                  <a:avLst/>
                </a:prstGeom>
                <a:blipFill>
                  <a:blip r:embed="rId4"/>
                  <a:stretch>
                    <a:fillRect l="-14516" r="-1613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6BD34A7-E5FD-EB72-7ADF-A257FA48E060}"/>
                    </a:ext>
                  </a:extLst>
                </p:cNvPr>
                <p:cNvSpPr txBox="1"/>
                <p:nvPr/>
              </p:nvSpPr>
              <p:spPr>
                <a:xfrm>
                  <a:off x="3593939" y="2201853"/>
                  <a:ext cx="375616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6BD34A7-E5FD-EB72-7ADF-A257FA48E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939" y="2201853"/>
                  <a:ext cx="375616" cy="289182"/>
                </a:xfrm>
                <a:prstGeom prst="rect">
                  <a:avLst/>
                </a:prstGeom>
                <a:blipFill>
                  <a:blip r:embed="rId3"/>
                  <a:stretch>
                    <a:fillRect l="-16393" r="-3279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557E72-EC1A-A462-D61D-6ADC73B7425A}"/>
                </a:ext>
              </a:extLst>
            </p:cNvPr>
            <p:cNvSpPr/>
            <p:nvPr/>
          </p:nvSpPr>
          <p:spPr>
            <a:xfrm>
              <a:off x="5614970" y="3101484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4FDCFE7-555D-E350-F3EF-F7B5C88A3163}"/>
                    </a:ext>
                  </a:extLst>
                </p:cNvPr>
                <p:cNvSpPr txBox="1"/>
                <p:nvPr/>
              </p:nvSpPr>
              <p:spPr>
                <a:xfrm>
                  <a:off x="5678259" y="2336158"/>
                  <a:ext cx="2169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4FDCFE7-555D-E350-F3EF-F7B5C88A3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8259" y="2336158"/>
                  <a:ext cx="21698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6667" r="-2778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2EF3C20-889F-B253-27DD-54430E984451}"/>
                </a:ext>
              </a:extLst>
            </p:cNvPr>
            <p:cNvGrpSpPr/>
            <p:nvPr/>
          </p:nvGrpSpPr>
          <p:grpSpPr>
            <a:xfrm>
              <a:off x="3879402" y="1383666"/>
              <a:ext cx="657811" cy="810928"/>
              <a:chOff x="4467288" y="2168072"/>
              <a:chExt cx="657811" cy="810928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2A3F01C-F538-5D60-4255-EEDF62D6A09D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0F8619E-29B4-C7E4-EC91-8FE3FE02EF09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A19013B4-4569-3248-ABBD-246581EE10B1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041E355-1DAD-0C17-E63B-9F433E8C27B1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BF3233B-A89C-0B3E-B682-BE7C4DB104A7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1C6828-ECDD-FE86-E483-28CE290B5F55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1C6828-ECDD-FE86-E483-28CE290B5F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C7C3ABB-53D4-DE22-C5BA-08C43A3E8D2E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C7C3ABB-53D4-DE22-C5BA-08C43A3E8D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8576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D852-C89F-F2C4-CA15-5CF6E850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04A0BFB-A7F4-70DF-D23E-686C55D4BC61}"/>
              </a:ext>
            </a:extLst>
          </p:cNvPr>
          <p:cNvGrpSpPr/>
          <p:nvPr/>
        </p:nvGrpSpPr>
        <p:grpSpPr>
          <a:xfrm>
            <a:off x="4467288" y="1988611"/>
            <a:ext cx="3300880" cy="3960388"/>
            <a:chOff x="4467288" y="1988611"/>
            <a:chExt cx="3300880" cy="396038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1B74312-7B4A-3804-9A82-8B0558804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0" t="10096" r="10407" b="10818"/>
            <a:stretch>
              <a:fillRect/>
            </a:stretch>
          </p:blipFill>
          <p:spPr>
            <a:xfrm>
              <a:off x="5308678" y="2638423"/>
              <a:ext cx="1575511" cy="1566862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958AC7-8CD4-0CE1-4570-43B8500FA9DD}"/>
                </a:ext>
              </a:extLst>
            </p:cNvPr>
            <p:cNvSpPr/>
            <p:nvPr/>
          </p:nvSpPr>
          <p:spPr>
            <a:xfrm>
              <a:off x="4836000" y="3428999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566599-1CAD-471E-2BD4-67690A659DB2}"/>
                </a:ext>
              </a:extLst>
            </p:cNvPr>
            <p:cNvCxnSpPr>
              <a:cxnSpLocks/>
            </p:cNvCxnSpPr>
            <p:nvPr/>
          </p:nvCxnSpPr>
          <p:spPr>
            <a:xfrm>
              <a:off x="6094412" y="4195760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1D60D0C-960C-DD89-236C-432C84C64900}"/>
                </a:ext>
              </a:extLst>
            </p:cNvPr>
            <p:cNvCxnSpPr/>
            <p:nvPr/>
          </p:nvCxnSpPr>
          <p:spPr>
            <a:xfrm>
              <a:off x="6091237" y="2936088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DFCAE15-2856-6970-9218-659ECA6F44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8380" y="3431379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618AB98-84AF-84B9-9BF3-949857D2AB98}"/>
                </a:ext>
              </a:extLst>
            </p:cNvPr>
            <p:cNvSpPr/>
            <p:nvPr/>
          </p:nvSpPr>
          <p:spPr>
            <a:xfrm>
              <a:off x="5191237" y="2529001"/>
              <a:ext cx="1800000" cy="1800000"/>
            </a:xfrm>
            <a:prstGeom prst="arc">
              <a:avLst>
                <a:gd name="adj1" fmla="val 6746100"/>
                <a:gd name="adj2" fmla="val 8966255"/>
              </a:avLst>
            </a:prstGeom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E8D841B-02BA-9655-4D53-D0E9783CBE5A}"/>
                    </a:ext>
                  </a:extLst>
                </p:cNvPr>
                <p:cNvSpPr txBox="1"/>
                <p:nvPr/>
              </p:nvSpPr>
              <p:spPr>
                <a:xfrm>
                  <a:off x="5300456" y="4060840"/>
                  <a:ext cx="321562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E8D841B-02BA-9655-4D53-D0E9783CB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456" y="4060840"/>
                  <a:ext cx="321562" cy="298415"/>
                </a:xfrm>
                <a:prstGeom prst="rect">
                  <a:avLst/>
                </a:prstGeom>
                <a:blipFill>
                  <a:blip r:embed="rId3"/>
                  <a:stretch>
                    <a:fillRect l="-11321" r="-9434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FE2A6B9-C987-3B2A-7A52-AB8AE2EAC350}"/>
                    </a:ext>
                  </a:extLst>
                </p:cNvPr>
                <p:cNvSpPr txBox="1"/>
                <p:nvPr/>
              </p:nvSpPr>
              <p:spPr>
                <a:xfrm>
                  <a:off x="5257071" y="4440144"/>
                  <a:ext cx="2989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FE2A6B9-C987-3B2A-7A52-AB8AE2EAC3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071" y="4440144"/>
                  <a:ext cx="29892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245" r="-4082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8E6DB28-6876-6395-BAE6-9104E2617446}"/>
                    </a:ext>
                  </a:extLst>
                </p:cNvPr>
                <p:cNvSpPr txBox="1"/>
                <p:nvPr/>
              </p:nvSpPr>
              <p:spPr>
                <a:xfrm>
                  <a:off x="4467288" y="3085754"/>
                  <a:ext cx="375616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8E6DB28-6876-6395-BAE6-9104E2617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288" y="3085754"/>
                  <a:ext cx="375616" cy="289182"/>
                </a:xfrm>
                <a:prstGeom prst="rect">
                  <a:avLst/>
                </a:prstGeom>
                <a:blipFill>
                  <a:blip r:embed="rId5"/>
                  <a:stretch>
                    <a:fillRect l="-16393" r="-3279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3FB51A-B1F1-47D8-28E7-2DA9F7C92C14}"/>
                    </a:ext>
                  </a:extLst>
                </p:cNvPr>
                <p:cNvSpPr txBox="1"/>
                <p:nvPr/>
              </p:nvSpPr>
              <p:spPr>
                <a:xfrm>
                  <a:off x="7293231" y="2595191"/>
                  <a:ext cx="474937" cy="3007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3FB51A-B1F1-47D8-28E7-2DA9F7C92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231" y="2595191"/>
                  <a:ext cx="474937" cy="300788"/>
                </a:xfrm>
                <a:prstGeom prst="rect">
                  <a:avLst/>
                </a:prstGeom>
                <a:blipFill>
                  <a:blip r:embed="rId6"/>
                  <a:stretch>
                    <a:fillRect l="-11538" r="-1282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9583FA2-7AF2-C2E8-77E8-F3729B063899}"/>
                    </a:ext>
                  </a:extLst>
                </p:cNvPr>
                <p:cNvSpPr txBox="1"/>
                <p:nvPr/>
              </p:nvSpPr>
              <p:spPr>
                <a:xfrm>
                  <a:off x="7339570" y="3848747"/>
                  <a:ext cx="282939" cy="2984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9583FA2-7AF2-C2E8-77E8-F3729B063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570" y="3848747"/>
                  <a:ext cx="282939" cy="298415"/>
                </a:xfrm>
                <a:prstGeom prst="rect">
                  <a:avLst/>
                </a:prstGeom>
                <a:blipFill>
                  <a:blip r:embed="rId7"/>
                  <a:stretch>
                    <a:fillRect l="-30435" r="-63043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4DE8731-908B-ABDD-DF58-340EE5B58A3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31237" y="257846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29F8F9C-8EC7-ACED-BE2F-8C07EF9AA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8380" y="4200524"/>
              <a:ext cx="0" cy="432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77ED4A3-C2E6-3BF6-13E1-992E8DEFE483}"/>
                    </a:ext>
                  </a:extLst>
                </p:cNvPr>
                <p:cNvSpPr txBox="1"/>
                <p:nvPr/>
              </p:nvSpPr>
              <p:spPr>
                <a:xfrm>
                  <a:off x="6121387" y="2204590"/>
                  <a:ext cx="512384" cy="3007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77ED4A3-C2E6-3BF6-13E1-992E8DEFE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387" y="2204590"/>
                  <a:ext cx="512384" cy="300788"/>
                </a:xfrm>
                <a:prstGeom prst="rect">
                  <a:avLst/>
                </a:prstGeom>
                <a:blipFill>
                  <a:blip r:embed="rId8"/>
                  <a:stretch>
                    <a:fillRect l="-10714" r="-1190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E7FD4D0-0FDF-0A9B-5462-CE00A3286E6A}"/>
                    </a:ext>
                  </a:extLst>
                </p:cNvPr>
                <p:cNvSpPr txBox="1"/>
                <p:nvPr/>
              </p:nvSpPr>
              <p:spPr>
                <a:xfrm>
                  <a:off x="6121387" y="4273957"/>
                  <a:ext cx="282939" cy="2984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E7FD4D0-0FDF-0A9B-5462-CE00A3286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387" y="4273957"/>
                  <a:ext cx="282939" cy="298415"/>
                </a:xfrm>
                <a:prstGeom prst="rect">
                  <a:avLst/>
                </a:prstGeom>
                <a:blipFill>
                  <a:blip r:embed="rId9"/>
                  <a:stretch>
                    <a:fillRect l="-27660" r="-72340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084EA227-0D3D-AF5E-4A16-83E54464159B}"/>
                </a:ext>
              </a:extLst>
            </p:cNvPr>
            <p:cNvSpPr/>
            <p:nvPr/>
          </p:nvSpPr>
          <p:spPr>
            <a:xfrm>
              <a:off x="5581387" y="4155004"/>
              <a:ext cx="1080000" cy="1080000"/>
            </a:xfrm>
            <a:prstGeom prst="arc">
              <a:avLst>
                <a:gd name="adj1" fmla="val 9226152"/>
                <a:gd name="adj2" fmla="val 13608256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6F6E249-47C6-D435-5B12-C7CCF451668E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80" y="3430840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C616C6A-99FD-399E-D4CF-A586DF5A8533}"/>
                </a:ext>
              </a:extLst>
            </p:cNvPr>
            <p:cNvSpPr/>
            <p:nvPr/>
          </p:nvSpPr>
          <p:spPr>
            <a:xfrm>
              <a:off x="6062661" y="4659004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5496A-B494-168A-7930-2D5ED6A6D76F}"/>
                </a:ext>
              </a:extLst>
            </p:cNvPr>
            <p:cNvGrpSpPr/>
            <p:nvPr/>
          </p:nvGrpSpPr>
          <p:grpSpPr>
            <a:xfrm>
              <a:off x="4615009" y="1988611"/>
              <a:ext cx="657811" cy="810928"/>
              <a:chOff x="4467288" y="2168072"/>
              <a:chExt cx="657811" cy="810928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B148FCEC-72CB-2A6F-F84A-C5C911D06121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C1E88536-1FF1-7C50-F6A2-4A722FAF713B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358AAAC9-4467-EB90-6ADF-3DB25B989FF0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04E9028-771D-DFDF-2334-0101CCFEB477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3E1F67C-B663-3C86-CFEB-12F684849BF5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8DAD31C-7655-95FD-EE2B-78404B9004C2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8DAD31C-7655-95FD-EE2B-78404B9004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3333" r="-30000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C15B0E9-810B-8DB6-7354-59F8F787BFBF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C15B0E9-810B-8DB6-7354-59F8F787BF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300850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B075-BFA4-959E-2C8E-B2AE089E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1DB40-B1BA-52D9-83AC-248856435F62}"/>
              </a:ext>
            </a:extLst>
          </p:cNvPr>
          <p:cNvGrpSpPr/>
          <p:nvPr/>
        </p:nvGrpSpPr>
        <p:grpSpPr>
          <a:xfrm>
            <a:off x="4058839" y="2646453"/>
            <a:ext cx="5035425" cy="4085092"/>
            <a:chOff x="4058839" y="2646453"/>
            <a:chExt cx="5035425" cy="4085092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11470D6-D5B2-326B-6407-18672FD3B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325" t="1938" r="2973" b="1686"/>
            <a:stretch>
              <a:fillRect/>
            </a:stretch>
          </p:blipFill>
          <p:spPr>
            <a:xfrm>
              <a:off x="4058839" y="2646453"/>
              <a:ext cx="4079081" cy="4085092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B93B846-B517-66E9-BBF3-F51D2DFD7D21}"/>
                </a:ext>
              </a:extLst>
            </p:cNvPr>
            <p:cNvSpPr/>
            <p:nvPr/>
          </p:nvSpPr>
          <p:spPr>
            <a:xfrm>
              <a:off x="4836000" y="3428999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2506AF1-2C3A-78FA-C472-99B80141329A}"/>
                </a:ext>
              </a:extLst>
            </p:cNvPr>
            <p:cNvCxnSpPr>
              <a:cxnSpLocks/>
            </p:cNvCxnSpPr>
            <p:nvPr/>
          </p:nvCxnSpPr>
          <p:spPr>
            <a:xfrm>
              <a:off x="6091237" y="4238622"/>
              <a:ext cx="226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C14A5A1-5A90-DE75-BED1-A6202A8EC161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79" y="3428212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47A4C5C-DD45-A139-506B-95D09CC54C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79" y="2978614"/>
              <a:ext cx="1" cy="171222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11143D0-9319-55FF-8D97-316B34F8B807}"/>
                </a:ext>
              </a:extLst>
            </p:cNvPr>
            <p:cNvSpPr/>
            <p:nvPr/>
          </p:nvSpPr>
          <p:spPr>
            <a:xfrm>
              <a:off x="6062661" y="4659004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6563502-4416-D3CE-8231-CA2E9341C474}"/>
                </a:ext>
              </a:extLst>
            </p:cNvPr>
            <p:cNvCxnSpPr>
              <a:cxnSpLocks/>
            </p:cNvCxnSpPr>
            <p:nvPr/>
          </p:nvCxnSpPr>
          <p:spPr>
            <a:xfrm>
              <a:off x="6091236" y="4688999"/>
              <a:ext cx="270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B117AD6-633B-5A4D-8EAB-C9A7519CC3A4}"/>
                </a:ext>
              </a:extLst>
            </p:cNvPr>
            <p:cNvCxnSpPr/>
            <p:nvPr/>
          </p:nvCxnSpPr>
          <p:spPr>
            <a:xfrm>
              <a:off x="8312287" y="4690190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771E75-0A34-5FE1-3449-45E4AB5CD7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6763" y="4238622"/>
              <a:ext cx="0" cy="4503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9D7C9B-7507-7320-45CB-CAA52E3009CD}"/>
                </a:ext>
              </a:extLst>
            </p:cNvPr>
            <p:cNvCxnSpPr/>
            <p:nvPr/>
          </p:nvCxnSpPr>
          <p:spPr>
            <a:xfrm>
              <a:off x="8312287" y="4241006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3E968B-81E9-C7AB-047D-C1134CCC6A59}"/>
                </a:ext>
              </a:extLst>
            </p:cNvPr>
            <p:cNvCxnSpPr/>
            <p:nvPr/>
          </p:nvCxnSpPr>
          <p:spPr>
            <a:xfrm>
              <a:off x="8457543" y="4241006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E4E28F1-67A3-E369-10F9-BB4BC0C4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2019" y="3435826"/>
              <a:ext cx="0" cy="8027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9C07F6-6067-4AF2-EF99-D67FC9733FF3}"/>
                </a:ext>
              </a:extLst>
            </p:cNvPr>
            <p:cNvCxnSpPr/>
            <p:nvPr/>
          </p:nvCxnSpPr>
          <p:spPr>
            <a:xfrm>
              <a:off x="8456681" y="3429474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66C8089-DF53-4F9F-6BF0-E714567EEF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960" y="2978614"/>
              <a:ext cx="2556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578CCC3-E96E-5CEF-397E-B7871C5EBD6E}"/>
                </a:ext>
              </a:extLst>
            </p:cNvPr>
            <p:cNvCxnSpPr/>
            <p:nvPr/>
          </p:nvCxnSpPr>
          <p:spPr>
            <a:xfrm>
              <a:off x="8606768" y="3429474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58096E4-EE5F-D6D7-6C01-2AD23C33C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1244" y="2978614"/>
              <a:ext cx="0" cy="4572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08F17F4-B26C-276A-C40A-CC9BFBA7F324}"/>
                </a:ext>
              </a:extLst>
            </p:cNvPr>
            <p:cNvCxnSpPr/>
            <p:nvPr/>
          </p:nvCxnSpPr>
          <p:spPr>
            <a:xfrm>
              <a:off x="8606768" y="2978614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FB6293B-65EE-00CF-5577-047D18DE16C8}"/>
                </a:ext>
              </a:extLst>
            </p:cNvPr>
            <p:cNvCxnSpPr/>
            <p:nvPr/>
          </p:nvCxnSpPr>
          <p:spPr>
            <a:xfrm>
              <a:off x="8751956" y="4688999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CEFAC02-E7A3-7A5C-8906-3485C49CBE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156" y="2978614"/>
              <a:ext cx="0" cy="17103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1595EAF-3687-F39B-615E-C4BC9B71DA65}"/>
                </a:ext>
              </a:extLst>
            </p:cNvPr>
            <p:cNvCxnSpPr/>
            <p:nvPr/>
          </p:nvCxnSpPr>
          <p:spPr>
            <a:xfrm>
              <a:off x="8752818" y="2978614"/>
              <a:ext cx="150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E75F40-8DB5-45A4-A86E-FFBE95BB8427}"/>
                    </a:ext>
                  </a:extLst>
                </p:cNvPr>
                <p:cNvSpPr txBox="1"/>
                <p:nvPr/>
              </p:nvSpPr>
              <p:spPr>
                <a:xfrm>
                  <a:off x="8872472" y="3600422"/>
                  <a:ext cx="2217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E75F40-8DB5-45A4-A86E-FFBE95BB8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2472" y="3600422"/>
                  <a:ext cx="2217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621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A2790D-735C-569B-4EFE-0D8A64F0D099}"/>
                    </a:ext>
                  </a:extLst>
                </p:cNvPr>
                <p:cNvSpPr txBox="1"/>
                <p:nvPr/>
              </p:nvSpPr>
              <p:spPr>
                <a:xfrm>
                  <a:off x="8375857" y="2978614"/>
                  <a:ext cx="316305" cy="324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A2790D-735C-569B-4EFE-0D8A64F0D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5857" y="2978614"/>
                  <a:ext cx="316305" cy="324000"/>
                </a:xfrm>
                <a:prstGeom prst="rect">
                  <a:avLst/>
                </a:prstGeom>
                <a:blipFill>
                  <a:blip r:embed="rId4"/>
                  <a:stretch>
                    <a:fillRect l="-11538" r="-1923" b="-94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260E33C-A577-332F-3DE8-8113DDE0CBA3}"/>
                    </a:ext>
                  </a:extLst>
                </p:cNvPr>
                <p:cNvSpPr txBox="1"/>
                <p:nvPr/>
              </p:nvSpPr>
              <p:spPr>
                <a:xfrm>
                  <a:off x="8237823" y="3416980"/>
                  <a:ext cx="316304" cy="3007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260E33C-A577-332F-3DE8-8113DDE0C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7823" y="3416980"/>
                  <a:ext cx="316304" cy="300788"/>
                </a:xfrm>
                <a:prstGeom prst="rect">
                  <a:avLst/>
                </a:prstGeom>
                <a:blipFill>
                  <a:blip r:embed="rId5"/>
                  <a:stretch>
                    <a:fillRect l="-11538" r="-1923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0D30FDC-A3EA-2E6C-5E7F-0188155CDB5D}"/>
                    </a:ext>
                  </a:extLst>
                </p:cNvPr>
                <p:cNvSpPr txBox="1"/>
                <p:nvPr/>
              </p:nvSpPr>
              <p:spPr>
                <a:xfrm>
                  <a:off x="8172769" y="4274422"/>
                  <a:ext cx="2119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0D30FDC-A3EA-2E6C-5E7F-0188155CD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769" y="4274422"/>
                  <a:ext cx="21191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7647" r="-5882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593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F552-8D66-0BCB-17AD-7C0F1C8E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140E0C5-90CD-46E7-B781-49E9C9DAF97F}"/>
              </a:ext>
            </a:extLst>
          </p:cNvPr>
          <p:cNvGrpSpPr/>
          <p:nvPr/>
        </p:nvGrpSpPr>
        <p:grpSpPr>
          <a:xfrm>
            <a:off x="3974636" y="929372"/>
            <a:ext cx="4161704" cy="4518555"/>
            <a:chOff x="3974636" y="929372"/>
            <a:chExt cx="4161704" cy="45185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90C364-E5A1-DD00-6F69-D5ADE6AC3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39" t="3348" r="3631" b="4277"/>
            <a:stretch>
              <a:fillRect/>
            </a:stretch>
          </p:blipFill>
          <p:spPr>
            <a:xfrm>
              <a:off x="4055659" y="1374070"/>
              <a:ext cx="4080681" cy="4073857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845AB9-758E-1E25-F4AF-E4BE57F75E94}"/>
                </a:ext>
              </a:extLst>
            </p:cNvPr>
            <p:cNvSpPr/>
            <p:nvPr/>
          </p:nvSpPr>
          <p:spPr>
            <a:xfrm>
              <a:off x="4835999" y="2150998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67926263-D1B3-1A5C-C51A-EAC510DD1B35}"/>
                </a:ext>
              </a:extLst>
            </p:cNvPr>
            <p:cNvSpPr/>
            <p:nvPr/>
          </p:nvSpPr>
          <p:spPr>
            <a:xfrm>
              <a:off x="5533236" y="1632634"/>
              <a:ext cx="1116000" cy="1116000"/>
            </a:xfrm>
            <a:prstGeom prst="arc">
              <a:avLst>
                <a:gd name="adj1" fmla="val 1071125"/>
                <a:gd name="adj2" fmla="val 4834826"/>
              </a:avLst>
            </a:prstGeom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116169-0DD2-0D03-F068-EED1BC1ED497}"/>
                    </a:ext>
                  </a:extLst>
                </p:cNvPr>
                <p:cNvSpPr txBox="1"/>
                <p:nvPr/>
              </p:nvSpPr>
              <p:spPr>
                <a:xfrm>
                  <a:off x="6411056" y="2599426"/>
                  <a:ext cx="321562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116169-0DD2-0D03-F068-EED1BC1ED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056" y="2599426"/>
                  <a:ext cx="321562" cy="298415"/>
                </a:xfrm>
                <a:prstGeom prst="rect">
                  <a:avLst/>
                </a:prstGeom>
                <a:blipFill>
                  <a:blip r:embed="rId3"/>
                  <a:stretch>
                    <a:fillRect l="-11538" r="-9615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1C38878-ACE5-24C6-F102-F0CC3C74A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0764" y="1703147"/>
              <a:ext cx="72000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E9A4B8-52F0-AFA8-02DA-710A954EECD8}"/>
                    </a:ext>
                  </a:extLst>
                </p:cNvPr>
                <p:cNvSpPr txBox="1"/>
                <p:nvPr/>
              </p:nvSpPr>
              <p:spPr>
                <a:xfrm>
                  <a:off x="5664587" y="1379875"/>
                  <a:ext cx="380424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E9A4B8-52F0-AFA8-02DA-710A954E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4587" y="1379875"/>
                  <a:ext cx="380424" cy="289182"/>
                </a:xfrm>
                <a:prstGeom prst="rect">
                  <a:avLst/>
                </a:prstGeom>
                <a:blipFill>
                  <a:blip r:embed="rId4"/>
                  <a:stretch>
                    <a:fillRect l="-14286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90CAAA6-BD65-0BF1-DFCE-C13D1A486EBE}"/>
                    </a:ext>
                  </a:extLst>
                </p:cNvPr>
                <p:cNvSpPr txBox="1"/>
                <p:nvPr/>
              </p:nvSpPr>
              <p:spPr>
                <a:xfrm>
                  <a:off x="6207011" y="1379875"/>
                  <a:ext cx="474937" cy="3007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90CAAA6-BD65-0BF1-DFCE-C13D1A486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7011" y="1379875"/>
                  <a:ext cx="474937" cy="300788"/>
                </a:xfrm>
                <a:prstGeom prst="rect">
                  <a:avLst/>
                </a:prstGeom>
                <a:blipFill>
                  <a:blip r:embed="rId5"/>
                  <a:stretch>
                    <a:fillRect l="-11538" r="-1282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816E5B0-2F70-4CB7-74BB-27466E346FC5}"/>
                </a:ext>
              </a:extLst>
            </p:cNvPr>
            <p:cNvCxnSpPr>
              <a:cxnSpLocks/>
            </p:cNvCxnSpPr>
            <p:nvPr/>
          </p:nvCxnSpPr>
          <p:spPr>
            <a:xfrm>
              <a:off x="6105528" y="1703147"/>
              <a:ext cx="72000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546E78F-04F4-DAF1-20E5-5A82D470F571}"/>
                </a:ext>
              </a:extLst>
            </p:cNvPr>
            <p:cNvSpPr/>
            <p:nvPr/>
          </p:nvSpPr>
          <p:spPr>
            <a:xfrm>
              <a:off x="6061529" y="1667147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51CDEE3-4521-8CCC-3871-FF5235E5CB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37588" y="1298487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36AB90-0AF4-736B-BCCB-8EC080E2FB68}"/>
                    </a:ext>
                  </a:extLst>
                </p:cNvPr>
                <p:cNvSpPr txBox="1"/>
                <p:nvPr/>
              </p:nvSpPr>
              <p:spPr>
                <a:xfrm>
                  <a:off x="6121386" y="929372"/>
                  <a:ext cx="512384" cy="3007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36AB90-0AF4-736B-BCCB-8EC080E2F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386" y="929372"/>
                  <a:ext cx="512384" cy="300788"/>
                </a:xfrm>
                <a:prstGeom prst="rect">
                  <a:avLst/>
                </a:prstGeom>
                <a:blipFill>
                  <a:blip r:embed="rId6"/>
                  <a:stretch>
                    <a:fillRect l="-10714" r="-119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45D61B4-27D1-09D6-B6AF-207E4872E6B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736003" y="210866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063861F-45D0-6B6C-336A-140649EB7D89}"/>
                    </a:ext>
                  </a:extLst>
                </p:cNvPr>
                <p:cNvSpPr txBox="1"/>
                <p:nvPr/>
              </p:nvSpPr>
              <p:spPr>
                <a:xfrm>
                  <a:off x="6091184" y="1814213"/>
                  <a:ext cx="417871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063861F-45D0-6B6C-336A-140649EB7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1184" y="1814213"/>
                  <a:ext cx="417871" cy="289182"/>
                </a:xfrm>
                <a:prstGeom prst="rect">
                  <a:avLst/>
                </a:prstGeom>
                <a:blipFill>
                  <a:blip r:embed="rId7"/>
                  <a:stretch>
                    <a:fillRect l="-13043"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7E3D8E7-2B52-8AFC-DDF8-F5B1A7F7096C}"/>
                </a:ext>
              </a:extLst>
            </p:cNvPr>
            <p:cNvCxnSpPr>
              <a:cxnSpLocks/>
            </p:cNvCxnSpPr>
            <p:nvPr/>
          </p:nvCxnSpPr>
          <p:spPr>
            <a:xfrm>
              <a:off x="6094415" y="2155762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1DA5AF9-2BCA-DF37-F03B-E0187BAA7D00}"/>
                </a:ext>
              </a:extLst>
            </p:cNvPr>
            <p:cNvSpPr/>
            <p:nvPr/>
          </p:nvSpPr>
          <p:spPr>
            <a:xfrm>
              <a:off x="6060755" y="3386601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E230839-CD1C-C973-8930-EE95440719A4}"/>
                </a:ext>
              </a:extLst>
            </p:cNvPr>
            <p:cNvGrpSpPr/>
            <p:nvPr/>
          </p:nvGrpSpPr>
          <p:grpSpPr>
            <a:xfrm>
              <a:off x="3974636" y="1186404"/>
              <a:ext cx="657811" cy="810928"/>
              <a:chOff x="4467288" y="2168072"/>
              <a:chExt cx="657811" cy="810928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38EA1C-9144-3102-8E03-B4B4519B0CDA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9881F82-892E-05B3-BCAC-04F501E3185A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DB4C85F5-66BD-EF58-6F43-B2E539A44F24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35A93EB-34F3-022F-D930-F9203FB9EDB6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7C1E8D7-EA63-0575-D96C-27EE4866700E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5003C17-7296-080F-4DCE-B23F4C77C4D8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5003C17-7296-080F-4DCE-B23F4C77C4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4CCF34-D498-43DC-F525-F7EC954AEEF3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4CCF34-D498-43DC-F525-F7EC954AE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3685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F9AC-A1A3-2015-5275-357F998C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5A667E-CE82-3796-43DF-CFFF790AEE5A}"/>
              </a:ext>
            </a:extLst>
          </p:cNvPr>
          <p:cNvGrpSpPr/>
          <p:nvPr/>
        </p:nvGrpSpPr>
        <p:grpSpPr>
          <a:xfrm>
            <a:off x="4424634" y="2018400"/>
            <a:ext cx="3152280" cy="3506434"/>
            <a:chOff x="4424634" y="2018400"/>
            <a:chExt cx="3152280" cy="35064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024FBB-34CA-FEA4-E046-F37BE1FC4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63" t="6415" r="4123" b="4759"/>
            <a:stretch>
              <a:fillRect/>
            </a:stretch>
          </p:blipFill>
          <p:spPr>
            <a:xfrm>
              <a:off x="5276104" y="2183130"/>
              <a:ext cx="1577340" cy="2453640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8F1D9B-6A9C-F152-0DEE-728B1534E70C}"/>
                </a:ext>
              </a:extLst>
            </p:cNvPr>
            <p:cNvSpPr/>
            <p:nvPr/>
          </p:nvSpPr>
          <p:spPr>
            <a:xfrm>
              <a:off x="4809330" y="2918398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415F98B4-3522-76D0-FC26-CE32C854F4A3}"/>
                </a:ext>
              </a:extLst>
            </p:cNvPr>
            <p:cNvSpPr/>
            <p:nvPr/>
          </p:nvSpPr>
          <p:spPr>
            <a:xfrm>
              <a:off x="5164567" y="2018400"/>
              <a:ext cx="1800000" cy="1800000"/>
            </a:xfrm>
            <a:prstGeom prst="arc">
              <a:avLst>
                <a:gd name="adj1" fmla="val 6746100"/>
                <a:gd name="adj2" fmla="val 8966255"/>
              </a:avLst>
            </a:prstGeom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3B853A1-058D-A814-8B6F-0E2B7BCCFC5F}"/>
                    </a:ext>
                  </a:extLst>
                </p:cNvPr>
                <p:cNvSpPr txBox="1"/>
                <p:nvPr/>
              </p:nvSpPr>
              <p:spPr>
                <a:xfrm>
                  <a:off x="5273786" y="3550239"/>
                  <a:ext cx="321562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3B853A1-058D-A814-8B6F-0E2B7BCCF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786" y="3550239"/>
                  <a:ext cx="321562" cy="298415"/>
                </a:xfrm>
                <a:prstGeom prst="rect">
                  <a:avLst/>
                </a:prstGeom>
                <a:blipFill>
                  <a:blip r:embed="rId3"/>
                  <a:stretch>
                    <a:fillRect l="-11321" r="-9434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BEA4AB-1ED4-1C90-EF08-3A2FE5E79825}"/>
                    </a:ext>
                  </a:extLst>
                </p:cNvPr>
                <p:cNvSpPr txBox="1"/>
                <p:nvPr/>
              </p:nvSpPr>
              <p:spPr>
                <a:xfrm>
                  <a:off x="5230401" y="3929543"/>
                  <a:ext cx="2989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BEA4AB-1ED4-1C90-EF08-3A2FE5E79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0401" y="3929543"/>
                  <a:ext cx="29892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245" r="-408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B3A3BD1-807C-1CCB-5F5E-248157D696DE}"/>
                </a:ext>
              </a:extLst>
            </p:cNvPr>
            <p:cNvSpPr/>
            <p:nvPr/>
          </p:nvSpPr>
          <p:spPr>
            <a:xfrm>
              <a:off x="5554717" y="3644403"/>
              <a:ext cx="1080000" cy="1080000"/>
            </a:xfrm>
            <a:prstGeom prst="arc">
              <a:avLst>
                <a:gd name="adj1" fmla="val 9226152"/>
                <a:gd name="adj2" fmla="val 13608256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E0D8FA5-FD90-3CFC-4558-5FC7F3CABEFC}"/>
                </a:ext>
              </a:extLst>
            </p:cNvPr>
            <p:cNvCxnSpPr>
              <a:cxnSpLocks/>
            </p:cNvCxnSpPr>
            <p:nvPr/>
          </p:nvCxnSpPr>
          <p:spPr>
            <a:xfrm>
              <a:off x="6496914" y="3811080"/>
              <a:ext cx="108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D6A2715-EB35-5F77-BC86-CEF2AD687692}"/>
                </a:ext>
              </a:extLst>
            </p:cNvPr>
            <p:cNvCxnSpPr>
              <a:cxnSpLocks/>
            </p:cNvCxnSpPr>
            <p:nvPr/>
          </p:nvCxnSpPr>
          <p:spPr>
            <a:xfrm>
              <a:off x="6053137" y="2918395"/>
              <a:ext cx="54000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C1EC3E6-D840-E136-095B-7B05E0234F96}"/>
                </a:ext>
              </a:extLst>
            </p:cNvPr>
            <p:cNvCxnSpPr>
              <a:cxnSpLocks/>
            </p:cNvCxnSpPr>
            <p:nvPr/>
          </p:nvCxnSpPr>
          <p:spPr>
            <a:xfrm>
              <a:off x="6496914" y="3732668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4B24019-0FBA-C07C-C63C-0FBAACA1DD12}"/>
                    </a:ext>
                  </a:extLst>
                </p:cNvPr>
                <p:cNvSpPr txBox="1"/>
                <p:nvPr/>
              </p:nvSpPr>
              <p:spPr>
                <a:xfrm>
                  <a:off x="6122665" y="2566485"/>
                  <a:ext cx="2578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4B24019-0FBA-C07C-C63C-0FBAACA1DD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2665" y="2566485"/>
                  <a:ext cx="2578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953" r="-232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51CAE5D-5C66-5C70-CF54-9AEE45D70856}"/>
                    </a:ext>
                  </a:extLst>
                </p:cNvPr>
                <p:cNvSpPr txBox="1"/>
                <p:nvPr/>
              </p:nvSpPr>
              <p:spPr>
                <a:xfrm>
                  <a:off x="6818269" y="3376644"/>
                  <a:ext cx="275396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51CAE5D-5C66-5C70-CF54-9AEE45D70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8269" y="3376644"/>
                  <a:ext cx="275396" cy="298415"/>
                </a:xfrm>
                <a:prstGeom prst="rect">
                  <a:avLst/>
                </a:prstGeom>
                <a:blipFill>
                  <a:blip r:embed="rId6"/>
                  <a:stretch>
                    <a:fillRect l="-13043" r="-8696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A31D34B-ABF3-6511-FA61-1A75F76BF22B}"/>
                    </a:ext>
                  </a:extLst>
                </p:cNvPr>
                <p:cNvSpPr txBox="1"/>
                <p:nvPr/>
              </p:nvSpPr>
              <p:spPr>
                <a:xfrm>
                  <a:off x="6827898" y="3757702"/>
                  <a:ext cx="2527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A31D34B-ABF3-6511-FA61-1A75F76BF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7898" y="3757702"/>
                  <a:ext cx="25276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4286" r="-2381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5E3A8-B43C-090A-E298-EC34D477954E}"/>
                </a:ext>
              </a:extLst>
            </p:cNvPr>
            <p:cNvCxnSpPr>
              <a:cxnSpLocks/>
            </p:cNvCxnSpPr>
            <p:nvPr/>
          </p:nvCxnSpPr>
          <p:spPr>
            <a:xfrm>
              <a:off x="6070572" y="2914834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5F84412-649B-0404-EE9B-C7120F4F2A4C}"/>
                </a:ext>
              </a:extLst>
            </p:cNvPr>
            <p:cNvSpPr/>
            <p:nvPr/>
          </p:nvSpPr>
          <p:spPr>
            <a:xfrm>
              <a:off x="6032469" y="4148798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E4E82E60-EC3D-5631-2103-E0981622CF7B}"/>
                </a:ext>
              </a:extLst>
            </p:cNvPr>
            <p:cNvSpPr/>
            <p:nvPr/>
          </p:nvSpPr>
          <p:spPr>
            <a:xfrm>
              <a:off x="4714567" y="2824834"/>
              <a:ext cx="2700000" cy="2700000"/>
            </a:xfrm>
            <a:prstGeom prst="arc">
              <a:avLst>
                <a:gd name="adj1" fmla="val 12049630"/>
                <a:gd name="adj2" fmla="val 13493779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6F3A1A1-5F28-1019-4AF4-5AD3450676AC}"/>
                    </a:ext>
                  </a:extLst>
                </p:cNvPr>
                <p:cNvSpPr txBox="1"/>
                <p:nvPr/>
              </p:nvSpPr>
              <p:spPr>
                <a:xfrm>
                  <a:off x="4643482" y="3115345"/>
                  <a:ext cx="3039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6F3A1A1-5F28-1019-4AF4-5AD345067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482" y="3115345"/>
                  <a:ext cx="30399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000" r="-2000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B516DA8-E908-04B6-3066-C1D49349549C}"/>
                </a:ext>
              </a:extLst>
            </p:cNvPr>
            <p:cNvGrpSpPr/>
            <p:nvPr/>
          </p:nvGrpSpPr>
          <p:grpSpPr>
            <a:xfrm>
              <a:off x="4424634" y="2098518"/>
              <a:ext cx="657811" cy="810928"/>
              <a:chOff x="4467288" y="2168072"/>
              <a:chExt cx="657811" cy="810928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38D0B683-F874-992F-78E6-9972E66D07B6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68D7F0F2-4A57-5946-A97F-C32588AED879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B2FFA710-CE29-758A-2555-4FFFA4A81B3E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207680C-45C1-6A37-1AC3-6C95C5EF6110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A04440B-D884-9604-199C-9414EC89548E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569D5D8-5266-AA42-4E1C-60A454F9E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569D5D8-5266-AA42-4E1C-60A454F9EA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4483" r="-34483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DE988F0-F248-35DE-B855-2E6FB6968230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DE988F0-F248-35DE-B855-2E6FB69682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2106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5264-7EEA-51B2-F156-5D6E6C02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5023F57-D29E-ADA4-1491-91204553D058}"/>
              </a:ext>
            </a:extLst>
          </p:cNvPr>
          <p:cNvGrpSpPr/>
          <p:nvPr/>
        </p:nvGrpSpPr>
        <p:grpSpPr>
          <a:xfrm>
            <a:off x="3974636" y="1186404"/>
            <a:ext cx="4161704" cy="4261523"/>
            <a:chOff x="3974636" y="1186404"/>
            <a:chExt cx="4161704" cy="42615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D599968-EC01-3AAC-DD93-245D324CF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39" t="3348" r="3631" b="4277"/>
            <a:stretch>
              <a:fillRect/>
            </a:stretch>
          </p:blipFill>
          <p:spPr>
            <a:xfrm>
              <a:off x="4055659" y="1374070"/>
              <a:ext cx="4080681" cy="4073857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F348A1B-4AF2-5240-341C-E75F9B5A04F2}"/>
                </a:ext>
              </a:extLst>
            </p:cNvPr>
            <p:cNvSpPr/>
            <p:nvPr/>
          </p:nvSpPr>
          <p:spPr>
            <a:xfrm>
              <a:off x="4835999" y="2150998"/>
              <a:ext cx="2520000" cy="252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3B8F8EE8-4F27-1466-C14F-7786F10F93E1}"/>
                </a:ext>
              </a:extLst>
            </p:cNvPr>
            <p:cNvSpPr/>
            <p:nvPr/>
          </p:nvSpPr>
          <p:spPr>
            <a:xfrm>
              <a:off x="5533236" y="1632634"/>
              <a:ext cx="1116000" cy="1116000"/>
            </a:xfrm>
            <a:prstGeom prst="arc">
              <a:avLst>
                <a:gd name="adj1" fmla="val 1134935"/>
                <a:gd name="adj2" fmla="val 4766513"/>
              </a:avLst>
            </a:prstGeom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A0D70C-6209-A488-CC69-272B8E782DAD}"/>
                    </a:ext>
                  </a:extLst>
                </p:cNvPr>
                <p:cNvSpPr txBox="1"/>
                <p:nvPr/>
              </p:nvSpPr>
              <p:spPr>
                <a:xfrm>
                  <a:off x="6445892" y="2539404"/>
                  <a:ext cx="321562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A0D70C-6209-A488-CC69-272B8E782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5892" y="2539404"/>
                  <a:ext cx="321562" cy="298415"/>
                </a:xfrm>
                <a:prstGeom prst="rect">
                  <a:avLst/>
                </a:prstGeom>
                <a:blipFill>
                  <a:blip r:embed="rId3"/>
                  <a:stretch>
                    <a:fillRect l="-11321" r="-9434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7B3D032-18F3-8C47-1C5E-590671E22DC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52583"/>
              <a:ext cx="72000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F4F7FF9-A0C9-FCD7-A153-AC5D3BDF391A}"/>
                    </a:ext>
                  </a:extLst>
                </p:cNvPr>
                <p:cNvSpPr txBox="1"/>
                <p:nvPr/>
              </p:nvSpPr>
              <p:spPr>
                <a:xfrm>
                  <a:off x="6188065" y="1836205"/>
                  <a:ext cx="2578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F4F7FF9-A0C9-FCD7-A153-AC5D3BDF3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8065" y="1836205"/>
                  <a:ext cx="25782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4286" r="-4762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DE6CBB2-440B-54EE-609E-69ED04C253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1236" y="1703147"/>
              <a:ext cx="72000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0402000-4ABD-431A-50EF-283252FE9A9D}"/>
                    </a:ext>
                  </a:extLst>
                </p:cNvPr>
                <p:cNvSpPr txBox="1"/>
                <p:nvPr/>
              </p:nvSpPr>
              <p:spPr>
                <a:xfrm>
                  <a:off x="5655059" y="1379875"/>
                  <a:ext cx="275396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0402000-4ABD-431A-50EF-283252FE9A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5059" y="1379875"/>
                  <a:ext cx="275396" cy="298415"/>
                </a:xfrm>
                <a:prstGeom prst="rect">
                  <a:avLst/>
                </a:prstGeom>
                <a:blipFill>
                  <a:blip r:embed="rId5"/>
                  <a:stretch>
                    <a:fillRect l="-13333" r="-8889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CC2FB54-15EF-7711-CEFC-8FE66D7A5154}"/>
                </a:ext>
              </a:extLst>
            </p:cNvPr>
            <p:cNvCxnSpPr>
              <a:cxnSpLocks/>
            </p:cNvCxnSpPr>
            <p:nvPr/>
          </p:nvCxnSpPr>
          <p:spPr>
            <a:xfrm>
              <a:off x="6093620" y="2150998"/>
              <a:ext cx="0" cy="12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2F9FF5-323B-06A6-3153-47D7072B383D}"/>
                </a:ext>
              </a:extLst>
            </p:cNvPr>
            <p:cNvSpPr/>
            <p:nvPr/>
          </p:nvSpPr>
          <p:spPr>
            <a:xfrm>
              <a:off x="6055517" y="3384962"/>
              <a:ext cx="71438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9906936F-DD2B-0622-1B2F-88ED82BD5336}"/>
                </a:ext>
              </a:extLst>
            </p:cNvPr>
            <p:cNvSpPr/>
            <p:nvPr/>
          </p:nvSpPr>
          <p:spPr>
            <a:xfrm>
              <a:off x="4741236" y="2055738"/>
              <a:ext cx="2700000" cy="2700000"/>
            </a:xfrm>
            <a:prstGeom prst="arc">
              <a:avLst>
                <a:gd name="adj1" fmla="val 12986582"/>
                <a:gd name="adj2" fmla="val 14750372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7E3F528-E54B-B9F5-6C4C-CC4D9A87A741}"/>
                    </a:ext>
                  </a:extLst>
                </p:cNvPr>
                <p:cNvSpPr txBox="1"/>
                <p:nvPr/>
              </p:nvSpPr>
              <p:spPr>
                <a:xfrm>
                  <a:off x="4977621" y="2066258"/>
                  <a:ext cx="3039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7E3F528-E54B-B9F5-6C4C-CC4D9A87A7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621" y="2066258"/>
                  <a:ext cx="30399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245" r="-408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D90540-059B-7CD2-6058-04090CB277FC}"/>
                </a:ext>
              </a:extLst>
            </p:cNvPr>
            <p:cNvGrpSpPr/>
            <p:nvPr/>
          </p:nvGrpSpPr>
          <p:grpSpPr>
            <a:xfrm>
              <a:off x="3974636" y="1186404"/>
              <a:ext cx="657811" cy="810928"/>
              <a:chOff x="4467288" y="2168072"/>
              <a:chExt cx="657811" cy="810928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58FEA07D-A184-05DC-000C-50368635BBF4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5B9C43D-D75D-0AF7-5178-4A982408AECB}"/>
                  </a:ext>
                </a:extLst>
              </p:cNvPr>
              <p:cNvCxnSpPr/>
              <p:nvPr/>
            </p:nvCxnSpPr>
            <p:spPr>
              <a:xfrm>
                <a:off x="4547916" y="2831547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5EE2F4F5-51AA-1A5D-AB31-2813CF2F1522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0113AB-E3E8-76B0-6061-0A5048C1F389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EACD7E-254C-1249-C978-7AD2AB02543B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A0DD2BA-2FE7-CA02-A1F3-5AEFF1FF96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A0DD2BA-2FE7-CA02-A1F3-5AEFF1FF96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EC8FE14-F448-9C6C-2498-998A0F66490D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EC8FE14-F448-9C6C-2498-998A0F664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822961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6B2DBB25-91FF-B2B3-3462-D6B8761E7C06}"/>
              </a:ext>
            </a:extLst>
          </p:cNvPr>
          <p:cNvGrpSpPr/>
          <p:nvPr/>
        </p:nvGrpSpPr>
        <p:grpSpPr>
          <a:xfrm>
            <a:off x="983664" y="1588770"/>
            <a:ext cx="4730847" cy="3501390"/>
            <a:chOff x="983664" y="1588770"/>
            <a:chExt cx="4730847" cy="35013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44D42B-096D-EE9B-CD4D-38905AC43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77" t="4522" r="2886" b="4767"/>
            <a:stretch>
              <a:fillRect/>
            </a:stretch>
          </p:blipFill>
          <p:spPr>
            <a:xfrm>
              <a:off x="1645920" y="1588770"/>
              <a:ext cx="3815374" cy="3501390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A6BC9C-2BA5-9FFC-F132-E16D88A462C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1855622" y="4100501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DEC952-417D-4A64-3E45-36348700EDB5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534511" y="1976501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B66959-D021-05EA-BE26-52085B09602E}"/>
                </a:ext>
              </a:extLst>
            </p:cNvPr>
            <p:cNvGrpSpPr/>
            <p:nvPr/>
          </p:nvGrpSpPr>
          <p:grpSpPr>
            <a:xfrm>
              <a:off x="983664" y="3733502"/>
              <a:ext cx="764304" cy="1313117"/>
              <a:chOff x="2919144" y="3992582"/>
              <a:chExt cx="764304" cy="131311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178F9FF-BB40-2EBD-7093-683C60E2343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3323448" y="44495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48651BA-1A20-A560-73B7-A524D8059A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678" y="4271962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94909CF-6878-96C6-1CBC-9BB52B6633AD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V="1">
                <a:off x="3321067" y="4807200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A420250-5F83-B382-D9F7-167163306E3C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A420250-5F83-B382-D9F7-167163306E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0" r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756A69D-5C2C-ECBD-4F0A-F05B14A48A3C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756A69D-5C2C-ECBD-4F0A-F05B14A48A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3333" r="-30000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2CE8A9D-BE4E-0D01-2B20-362E10896F63}"/>
                      </a:ext>
                    </a:extLst>
                  </p:cNvPr>
                  <p:cNvSpPr txBox="1"/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2CE8A9D-BE4E-0D01-2B20-362E10896F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3E095B-1A38-0D54-4E42-D83DEF088908}"/>
              </a:ext>
            </a:extLst>
          </p:cNvPr>
          <p:cNvGrpSpPr/>
          <p:nvPr/>
        </p:nvGrpSpPr>
        <p:grpSpPr>
          <a:xfrm>
            <a:off x="7464656" y="347860"/>
            <a:ext cx="3546107" cy="2800828"/>
            <a:chOff x="7208174" y="3507705"/>
            <a:chExt cx="3546107" cy="280082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AD93EDE-B9AF-D57F-1545-FEB58E761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60" t="525" r="6265" b="327"/>
            <a:stretch>
              <a:fillRect/>
            </a:stretch>
          </p:blipFill>
          <p:spPr>
            <a:xfrm>
              <a:off x="7905198" y="3507705"/>
              <a:ext cx="2554420" cy="2800828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D3BBE03-C094-3370-0018-C659681621B7}"/>
                </a:ext>
              </a:extLst>
            </p:cNvPr>
            <p:cNvCxnSpPr>
              <a:cxnSpLocks/>
            </p:cNvCxnSpPr>
            <p:nvPr/>
          </p:nvCxnSpPr>
          <p:spPr>
            <a:xfrm rot="14400000">
              <a:off x="8080127" y="5343365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A46E93C-3623-242E-9FBA-652049B8CA0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10574281" y="3903365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1F25FB3-67B5-7B9D-D0DF-546D8C5CAA53}"/>
                </a:ext>
              </a:extLst>
            </p:cNvPr>
            <p:cNvGrpSpPr/>
            <p:nvPr/>
          </p:nvGrpSpPr>
          <p:grpSpPr>
            <a:xfrm>
              <a:off x="7208174" y="4976366"/>
              <a:ext cx="764304" cy="1313117"/>
              <a:chOff x="2919144" y="3992582"/>
              <a:chExt cx="764304" cy="1313117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48C640C-5B8D-D469-8EED-67656F08C0E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3323448" y="44495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D6B6D72-E4F0-79B2-6922-11C3486D1D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678" y="4271962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75B8007-CDDA-19C2-6EAE-08F4DA101526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V="1">
                <a:off x="3321067" y="4807200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9DA8D55-D016-2528-E97F-73AEC50FFC57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9DA8D55-D016-2528-E97F-73AEC50FFC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3E22548D-B45E-2C27-7243-119429403610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3E22548D-B45E-2C27-7243-1194294036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483" r="-3448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6F7D7AB-A338-2A8A-F2C7-531484668287}"/>
                      </a:ext>
                    </a:extLst>
                  </p:cNvPr>
                  <p:cNvSpPr txBox="1"/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6F7D7AB-A338-2A8A-F2C7-531484668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3077" r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AE9095F-8ABD-DBFA-1361-DF7CAAEC797E}"/>
              </a:ext>
            </a:extLst>
          </p:cNvPr>
          <p:cNvGrpSpPr/>
          <p:nvPr/>
        </p:nvGrpSpPr>
        <p:grpSpPr>
          <a:xfrm>
            <a:off x="7464656" y="3537323"/>
            <a:ext cx="3551807" cy="2923256"/>
            <a:chOff x="7264243" y="176709"/>
            <a:chExt cx="3551807" cy="292325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D316610-595C-A701-CE2D-C88D2DDA6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208" t="1729" r="6196" b="1818"/>
            <a:stretch>
              <a:fillRect/>
            </a:stretch>
          </p:blipFill>
          <p:spPr>
            <a:xfrm>
              <a:off x="7818736" y="176709"/>
              <a:ext cx="2727344" cy="292325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5A0CEE8-9A03-CBF9-EE33-6431C05D5F52}"/>
                </a:ext>
              </a:extLst>
            </p:cNvPr>
            <p:cNvCxnSpPr>
              <a:cxnSpLocks/>
            </p:cNvCxnSpPr>
            <p:nvPr/>
          </p:nvCxnSpPr>
          <p:spPr>
            <a:xfrm rot="14400000">
              <a:off x="8136201" y="2018671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5E98316-8DD7-A9DB-4CBE-D810E105D30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10636050" y="578669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26AC319-57D0-2744-4F2B-4588A651CF19}"/>
                </a:ext>
              </a:extLst>
            </p:cNvPr>
            <p:cNvGrpSpPr/>
            <p:nvPr/>
          </p:nvGrpSpPr>
          <p:grpSpPr>
            <a:xfrm>
              <a:off x="7264243" y="1651672"/>
              <a:ext cx="764304" cy="1313117"/>
              <a:chOff x="2919144" y="3992582"/>
              <a:chExt cx="764304" cy="1313117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88FFF34-A63E-6BC5-95D1-0629E221BDF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3323448" y="44495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6E54DA2-8B5C-409C-27DB-2E341434BA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678" y="4271962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091935-0919-42DD-297F-A96841B50899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V="1">
                <a:off x="3321067" y="4807200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1E96FC72-BA47-2811-66C0-D65BEE0B855B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1E96FC72-BA47-2811-66C0-D65BEE0B85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E8617F7-5B27-B87E-C3BB-339C6DECFFBC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E8617F7-5B27-B87E-C3BB-339C6DECFF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483" r="-34483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74767B6-EBA4-A3C3-9B1F-D1C9B64D0F51}"/>
                      </a:ext>
                    </a:extLst>
                  </p:cNvPr>
                  <p:cNvSpPr txBox="1"/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74767B6-EBA4-A3C3-9B1F-D1C9B64D0F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92077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DAF5-5466-5B0D-CC7B-124AA56B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84C6699-BEC3-2B8B-A24C-4198E8CB6CD4}"/>
              </a:ext>
            </a:extLst>
          </p:cNvPr>
          <p:cNvGrpSpPr/>
          <p:nvPr/>
        </p:nvGrpSpPr>
        <p:grpSpPr>
          <a:xfrm>
            <a:off x="983664" y="1838398"/>
            <a:ext cx="4127932" cy="3208221"/>
            <a:chOff x="983664" y="1838398"/>
            <a:chExt cx="4127932" cy="32082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CEC28AC-1F24-3FC5-D9F3-99727C596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2555" y="1838398"/>
              <a:ext cx="3649041" cy="3020543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36C0BD-0C18-7F9F-1A4B-9E5D05F2A89E}"/>
                </a:ext>
              </a:extLst>
            </p:cNvPr>
            <p:cNvCxnSpPr>
              <a:cxnSpLocks/>
            </p:cNvCxnSpPr>
            <p:nvPr/>
          </p:nvCxnSpPr>
          <p:spPr>
            <a:xfrm rot="14400000">
              <a:off x="1855583" y="4100501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E74815-3581-B6A1-9702-2A2122B2098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4851761" y="2372501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3A81EFE-D445-6C62-0083-7A245DE9B2FF}"/>
                </a:ext>
              </a:extLst>
            </p:cNvPr>
            <p:cNvGrpSpPr/>
            <p:nvPr/>
          </p:nvGrpSpPr>
          <p:grpSpPr>
            <a:xfrm>
              <a:off x="983664" y="3733502"/>
              <a:ext cx="764304" cy="1313117"/>
              <a:chOff x="2919144" y="3992582"/>
              <a:chExt cx="764304" cy="131311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F7C4093-E0BE-D22B-68E7-622C8B1B3D54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3323448" y="44495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A8FFC81-3CD8-01BA-BFAD-8EC4E6D71B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678" y="4271962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C5C4C94-3A10-DEE7-DD24-ECA44546A3CE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V="1">
                <a:off x="3321067" y="4807200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31F2F64-BDDE-619F-BFD2-2BD9736F119A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A420250-5F83-B382-D9F7-167163306E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0" r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4EDCD33F-8196-0362-D6AF-AB158DED6AD1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756A69D-5C2C-ECBD-4F0A-F05B14A48A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3333" r="-30000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061E7C1-4172-6751-DE80-965F34EE9487}"/>
                      </a:ext>
                    </a:extLst>
                  </p:cNvPr>
                  <p:cNvSpPr txBox="1"/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2CE8A9D-BE4E-0D01-2B20-362E10896F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779CFE2-CA1F-F718-CE08-96FFF266F55D}"/>
              </a:ext>
            </a:extLst>
          </p:cNvPr>
          <p:cNvGrpSpPr/>
          <p:nvPr/>
        </p:nvGrpSpPr>
        <p:grpSpPr>
          <a:xfrm>
            <a:off x="6299282" y="2063926"/>
            <a:ext cx="4328134" cy="2982693"/>
            <a:chOff x="7332120" y="2453520"/>
            <a:chExt cx="4328134" cy="29826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12AE51-C77C-9042-97D7-727987383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66579" y="2453520"/>
              <a:ext cx="3779130" cy="2700035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1BE4A7-564B-FCC8-3B90-D8BCA6B26101}"/>
                </a:ext>
              </a:extLst>
            </p:cNvPr>
            <p:cNvCxnSpPr>
              <a:cxnSpLocks/>
            </p:cNvCxnSpPr>
            <p:nvPr/>
          </p:nvCxnSpPr>
          <p:spPr>
            <a:xfrm rot="14400000">
              <a:off x="8204029" y="4490095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F2C914-D0AF-32F8-B393-DF1365618FD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11480254" y="2576436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B0DDE85-3F0F-25F9-3BCC-0ED3E30678BE}"/>
                </a:ext>
              </a:extLst>
            </p:cNvPr>
            <p:cNvGrpSpPr/>
            <p:nvPr/>
          </p:nvGrpSpPr>
          <p:grpSpPr>
            <a:xfrm>
              <a:off x="7332120" y="4123096"/>
              <a:ext cx="764304" cy="1313117"/>
              <a:chOff x="2919144" y="3992582"/>
              <a:chExt cx="764304" cy="1313117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8747EBF-FC3D-1767-73FB-53479FEBA78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3323448" y="44495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A43F502-F172-B2D8-330C-CC51EB7F3D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678" y="4271962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264FC89-FF1E-C866-7306-0FC60B814F73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V="1">
                <a:off x="3321067" y="4807200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1AF95FD-9F4E-CB59-75A6-3FF372DB9109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9DA8D55-D016-2528-E97F-73AEC50FFC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946" y="4352582"/>
                    <a:ext cx="17690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EEDCDAB5-5549-A55A-B6A2-4588BFB2FBBE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3E22548D-B45E-2C27-7243-1194294036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9144" y="3992582"/>
                    <a:ext cx="18030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483" r="-3448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8982F679-0F63-8D2D-D9E3-E0B365733AA4}"/>
                      </a:ext>
                    </a:extLst>
                  </p:cNvPr>
                  <p:cNvSpPr txBox="1"/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6F7D7AB-A338-2A8A-F2C7-531484668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0064" y="5028700"/>
                    <a:ext cx="16267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3077" r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03115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263E7B-8856-2409-15FC-995F6F03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0" t="833" r="25994" b="83241"/>
          <a:stretch>
            <a:fillRect/>
          </a:stretch>
        </p:blipFill>
        <p:spPr>
          <a:xfrm>
            <a:off x="4157155" y="1559256"/>
            <a:ext cx="606326" cy="605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6FCB9F-44C5-8FA2-236F-2700E90DB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6" t="18234" r="17054"/>
          <a:stretch>
            <a:fillRect/>
          </a:stretch>
        </p:blipFill>
        <p:spPr>
          <a:xfrm>
            <a:off x="4024602" y="2541333"/>
            <a:ext cx="850185" cy="301309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BC946D7-B255-46F3-9860-9814993350E2}"/>
              </a:ext>
            </a:extLst>
          </p:cNvPr>
          <p:cNvGrpSpPr/>
          <p:nvPr/>
        </p:nvGrpSpPr>
        <p:grpSpPr>
          <a:xfrm>
            <a:off x="3019462" y="2545556"/>
            <a:ext cx="643575" cy="810928"/>
            <a:chOff x="4467288" y="2168072"/>
            <a:chExt cx="643575" cy="810928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9BFA8C-B331-F761-5447-35E4F4640734}"/>
                </a:ext>
              </a:extLst>
            </p:cNvPr>
            <p:cNvCxnSpPr/>
            <p:nvPr/>
          </p:nvCxnSpPr>
          <p:spPr>
            <a:xfrm flipV="1">
              <a:off x="4557441" y="2445072"/>
              <a:ext cx="0" cy="39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5436C9D-9CD2-D4D9-4FD1-3783B91E6210}"/>
                </a:ext>
              </a:extLst>
            </p:cNvPr>
            <p:cNvCxnSpPr/>
            <p:nvPr/>
          </p:nvCxnSpPr>
          <p:spPr>
            <a:xfrm>
              <a:off x="4547916" y="2831547"/>
              <a:ext cx="39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EC19B908-A17F-00F0-0CA6-5BFEC97E2CC1}"/>
                </a:ext>
              </a:extLst>
            </p:cNvPr>
            <p:cNvSpPr/>
            <p:nvPr/>
          </p:nvSpPr>
          <p:spPr>
            <a:xfrm>
              <a:off x="4626046" y="2510047"/>
              <a:ext cx="252000" cy="252000"/>
            </a:xfrm>
            <a:prstGeom prst="arc">
              <a:avLst>
                <a:gd name="adj1" fmla="val 12946277"/>
                <a:gd name="adj2" fmla="val 4903603"/>
              </a:avLst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9A5A75A-D768-ABFA-B47A-A5A7B470364A}"/>
                </a:ext>
              </a:extLst>
            </p:cNvPr>
            <p:cNvCxnSpPr/>
            <p:nvPr/>
          </p:nvCxnSpPr>
          <p:spPr>
            <a:xfrm>
              <a:off x="4752816" y="2579801"/>
              <a:ext cx="0" cy="108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D845B3-3623-2120-F2E6-8C49C892B131}"/>
                </a:ext>
              </a:extLst>
            </p:cNvPr>
            <p:cNvCxnSpPr/>
            <p:nvPr/>
          </p:nvCxnSpPr>
          <p:spPr>
            <a:xfrm>
              <a:off x="4695665" y="2633801"/>
              <a:ext cx="108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132D213-61EF-CEEC-F1AC-B5D4EECDDC96}"/>
                    </a:ext>
                  </a:extLst>
                </p:cNvPr>
                <p:cNvSpPr txBox="1"/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132D213-61EF-CEEC-F1AC-B5D4EECDD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79FC453-6112-0E0B-6EE5-ACAF51EB9ACD}"/>
                    </a:ext>
                  </a:extLst>
                </p:cNvPr>
                <p:cNvSpPr txBox="1"/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79FC453-6112-0E0B-6EE5-ACAF51EB9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D8E48C-D29D-19E0-5053-FBAF66A9B7D7}"/>
              </a:ext>
            </a:extLst>
          </p:cNvPr>
          <p:cNvCxnSpPr>
            <a:cxnSpLocks/>
          </p:cNvCxnSpPr>
          <p:nvPr/>
        </p:nvCxnSpPr>
        <p:spPr>
          <a:xfrm>
            <a:off x="4460318" y="1591662"/>
            <a:ext cx="0" cy="539557"/>
          </a:xfrm>
          <a:prstGeom prst="line">
            <a:avLst/>
          </a:prstGeom>
          <a:ln w="28575">
            <a:solidFill>
              <a:srgbClr val="F9F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9884EE-189A-0004-ED13-BA6DDC7C3967}"/>
              </a:ext>
            </a:extLst>
          </p:cNvPr>
          <p:cNvCxnSpPr>
            <a:cxnSpLocks/>
          </p:cNvCxnSpPr>
          <p:nvPr/>
        </p:nvCxnSpPr>
        <p:spPr>
          <a:xfrm flipV="1">
            <a:off x="4034129" y="1861887"/>
            <a:ext cx="90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976AF0-B178-E6BB-B709-BC2741FDFF81}"/>
              </a:ext>
            </a:extLst>
          </p:cNvPr>
          <p:cNvGrpSpPr/>
          <p:nvPr/>
        </p:nvGrpSpPr>
        <p:grpSpPr>
          <a:xfrm>
            <a:off x="2976559" y="1184695"/>
            <a:ext cx="643575" cy="810928"/>
            <a:chOff x="4467288" y="2168072"/>
            <a:chExt cx="643575" cy="81092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FE429F3-4B15-5743-4B1D-CD72B5A00D12}"/>
                </a:ext>
              </a:extLst>
            </p:cNvPr>
            <p:cNvCxnSpPr/>
            <p:nvPr/>
          </p:nvCxnSpPr>
          <p:spPr>
            <a:xfrm flipV="1">
              <a:off x="4557441" y="2445072"/>
              <a:ext cx="0" cy="39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87B55C9-F15D-1CDF-082F-06F0122B31D7}"/>
                </a:ext>
              </a:extLst>
            </p:cNvPr>
            <p:cNvCxnSpPr/>
            <p:nvPr/>
          </p:nvCxnSpPr>
          <p:spPr>
            <a:xfrm>
              <a:off x="4547916" y="2836309"/>
              <a:ext cx="39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43C94238-3382-9BA8-D550-30DBB32BC260}"/>
                </a:ext>
              </a:extLst>
            </p:cNvPr>
            <p:cNvSpPr/>
            <p:nvPr/>
          </p:nvSpPr>
          <p:spPr>
            <a:xfrm>
              <a:off x="4626046" y="2510047"/>
              <a:ext cx="252000" cy="252000"/>
            </a:xfrm>
            <a:prstGeom prst="arc">
              <a:avLst>
                <a:gd name="adj1" fmla="val 12946277"/>
                <a:gd name="adj2" fmla="val 4903603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2171BBE-DC72-1CE7-8DC4-131B31636202}"/>
                </a:ext>
              </a:extLst>
            </p:cNvPr>
            <p:cNvCxnSpPr/>
            <p:nvPr/>
          </p:nvCxnSpPr>
          <p:spPr>
            <a:xfrm>
              <a:off x="4752816" y="2579801"/>
              <a:ext cx="0" cy="108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F788939-6F74-9E72-6656-B4BAEB103494}"/>
                </a:ext>
              </a:extLst>
            </p:cNvPr>
            <p:cNvCxnSpPr/>
            <p:nvPr/>
          </p:nvCxnSpPr>
          <p:spPr>
            <a:xfrm>
              <a:off x="4695665" y="2633801"/>
              <a:ext cx="108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FA641A8-D130-EBD7-0BC7-855647EAE19D}"/>
                    </a:ext>
                  </a:extLst>
                </p:cNvPr>
                <p:cNvSpPr txBox="1"/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FA641A8-D130-EBD7-0BC7-855647EAE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AED658F-D5E4-54F4-F08C-2ED5594C7532}"/>
                    </a:ext>
                  </a:extLst>
                </p:cNvPr>
                <p:cNvSpPr txBox="1"/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AED658F-D5E4-54F4-F08C-2ED5594C7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C15D4C-8BA6-F29D-1551-913CA7EE8244}"/>
              </a:ext>
            </a:extLst>
          </p:cNvPr>
          <p:cNvCxnSpPr>
            <a:cxnSpLocks/>
          </p:cNvCxnSpPr>
          <p:nvPr/>
        </p:nvCxnSpPr>
        <p:spPr>
          <a:xfrm rot="5400000">
            <a:off x="4010318" y="1842839"/>
            <a:ext cx="90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9F30470-3219-E1A8-7AA7-68DF2E444685}"/>
                  </a:ext>
                </a:extLst>
              </p:cNvPr>
              <p:cNvSpPr txBox="1"/>
              <p:nvPr/>
            </p:nvSpPr>
            <p:spPr>
              <a:xfrm>
                <a:off x="4367784" y="1128456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9F30470-3219-E1A8-7AA7-68DF2E444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84" y="1128456"/>
                <a:ext cx="180306" cy="276999"/>
              </a:xfrm>
              <a:prstGeom prst="rect">
                <a:avLst/>
              </a:prstGeom>
              <a:blipFill>
                <a:blip r:embed="rId7"/>
                <a:stretch>
                  <a:fillRect l="-34483" r="-3103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4F8783-1BBC-C0B7-B844-BF5C51600CCD}"/>
                  </a:ext>
                </a:extLst>
              </p:cNvPr>
              <p:cNvSpPr txBox="1"/>
              <p:nvPr/>
            </p:nvSpPr>
            <p:spPr>
              <a:xfrm>
                <a:off x="4367784" y="2235886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4F8783-1BBC-C0B7-B844-BF5C51600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84" y="2235886"/>
                <a:ext cx="180306" cy="276999"/>
              </a:xfrm>
              <a:prstGeom prst="rect">
                <a:avLst/>
              </a:prstGeom>
              <a:blipFill>
                <a:blip r:embed="rId7"/>
                <a:stretch>
                  <a:fillRect l="-34483" r="-3103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8124A7-9AE3-B6AB-8782-23D2EEF7A122}"/>
                  </a:ext>
                </a:extLst>
              </p:cNvPr>
              <p:cNvSpPr txBox="1"/>
              <p:nvPr/>
            </p:nvSpPr>
            <p:spPr>
              <a:xfrm>
                <a:off x="4913952" y="1718625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8124A7-9AE3-B6AB-8782-23D2EEF7A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952" y="1718625"/>
                <a:ext cx="162673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055B1FF-14A0-000A-4183-F0972CBDA57E}"/>
                  </a:ext>
                </a:extLst>
              </p:cNvPr>
              <p:cNvSpPr txBox="1"/>
              <p:nvPr/>
            </p:nvSpPr>
            <p:spPr>
              <a:xfrm>
                <a:off x="3862284" y="1718624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055B1FF-14A0-000A-4183-F0972CBDA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284" y="1718624"/>
                <a:ext cx="162673" cy="276999"/>
              </a:xfrm>
              <a:prstGeom prst="rect">
                <a:avLst/>
              </a:prstGeom>
              <a:blipFill>
                <a:blip r:embed="rId6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2CFBC646-1B98-F538-B003-84A17DE1D20C}"/>
              </a:ext>
            </a:extLst>
          </p:cNvPr>
          <p:cNvGrpSpPr/>
          <p:nvPr/>
        </p:nvGrpSpPr>
        <p:grpSpPr>
          <a:xfrm>
            <a:off x="4413771" y="1816885"/>
            <a:ext cx="90000" cy="90000"/>
            <a:chOff x="5050630" y="2217188"/>
            <a:chExt cx="90000" cy="90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2C4AF42-1B0E-E963-161C-915F506321E1}"/>
                </a:ext>
              </a:extLst>
            </p:cNvPr>
            <p:cNvCxnSpPr/>
            <p:nvPr/>
          </p:nvCxnSpPr>
          <p:spPr>
            <a:xfrm>
              <a:off x="5050630" y="2262188"/>
              <a:ext cx="9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498C758-4340-3194-7BFD-509D8B376E3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53011" y="2262188"/>
              <a:ext cx="9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626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3DA3-AC05-52F1-3239-C3DB6901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CB6D089-A81D-5907-4BAC-2C05B412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0" t="833" r="25994" b="91381"/>
          <a:stretch>
            <a:fillRect/>
          </a:stretch>
        </p:blipFill>
        <p:spPr>
          <a:xfrm>
            <a:off x="4169483" y="1789476"/>
            <a:ext cx="585874" cy="285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49DD4C-39C3-D708-9C7E-BBEAFB12F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6" t="18234" r="17054"/>
          <a:stretch>
            <a:fillRect/>
          </a:stretch>
        </p:blipFill>
        <p:spPr>
          <a:xfrm>
            <a:off x="4024602" y="2541333"/>
            <a:ext cx="850185" cy="301309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68B77B4-E796-BCB1-765C-30EEB52771C3}"/>
              </a:ext>
            </a:extLst>
          </p:cNvPr>
          <p:cNvGrpSpPr/>
          <p:nvPr/>
        </p:nvGrpSpPr>
        <p:grpSpPr>
          <a:xfrm>
            <a:off x="3019462" y="2545556"/>
            <a:ext cx="643575" cy="810928"/>
            <a:chOff x="4467288" y="2168072"/>
            <a:chExt cx="643575" cy="810928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519DC2D-66CF-6488-71BC-BB0F07E923A3}"/>
                </a:ext>
              </a:extLst>
            </p:cNvPr>
            <p:cNvCxnSpPr/>
            <p:nvPr/>
          </p:nvCxnSpPr>
          <p:spPr>
            <a:xfrm flipV="1">
              <a:off x="4557441" y="2445072"/>
              <a:ext cx="0" cy="39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2306B5-2193-7304-5D89-512870762641}"/>
                </a:ext>
              </a:extLst>
            </p:cNvPr>
            <p:cNvCxnSpPr/>
            <p:nvPr/>
          </p:nvCxnSpPr>
          <p:spPr>
            <a:xfrm>
              <a:off x="4547916" y="2831547"/>
              <a:ext cx="39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01B933E0-3928-6530-51B8-EAFE9CF9B949}"/>
                </a:ext>
              </a:extLst>
            </p:cNvPr>
            <p:cNvSpPr/>
            <p:nvPr/>
          </p:nvSpPr>
          <p:spPr>
            <a:xfrm>
              <a:off x="4626046" y="2510047"/>
              <a:ext cx="252000" cy="252000"/>
            </a:xfrm>
            <a:prstGeom prst="arc">
              <a:avLst>
                <a:gd name="adj1" fmla="val 12946277"/>
                <a:gd name="adj2" fmla="val 4903603"/>
              </a:avLst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834AD33-2C8C-4BD7-1D51-001A74D5E5DA}"/>
                </a:ext>
              </a:extLst>
            </p:cNvPr>
            <p:cNvCxnSpPr/>
            <p:nvPr/>
          </p:nvCxnSpPr>
          <p:spPr>
            <a:xfrm>
              <a:off x="4752816" y="2579801"/>
              <a:ext cx="0" cy="108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1CF08F-1E3A-2279-6336-AAAEC2343FAE}"/>
                </a:ext>
              </a:extLst>
            </p:cNvPr>
            <p:cNvCxnSpPr/>
            <p:nvPr/>
          </p:nvCxnSpPr>
          <p:spPr>
            <a:xfrm>
              <a:off x="4695665" y="2633801"/>
              <a:ext cx="108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A6F5286-C8AD-3C12-15A6-08D7912F1510}"/>
                    </a:ext>
                  </a:extLst>
                </p:cNvPr>
                <p:cNvSpPr txBox="1"/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A6F5286-C8AD-3C12-15A6-08D7912F1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288" y="2168072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3B0407B-6DA5-58CF-79EA-9BFA3A4A3236}"/>
                    </a:ext>
                  </a:extLst>
                </p:cNvPr>
                <p:cNvSpPr txBox="1"/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3B0407B-6DA5-58CF-79EA-9BFA3A4A3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8191" y="2702001"/>
                  <a:ext cx="16267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55B332-E06A-D9A6-B342-6C4ED9152128}"/>
              </a:ext>
            </a:extLst>
          </p:cNvPr>
          <p:cNvCxnSpPr/>
          <p:nvPr/>
        </p:nvCxnSpPr>
        <p:spPr>
          <a:xfrm flipV="1">
            <a:off x="3066712" y="1678785"/>
            <a:ext cx="0" cy="39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1E60AF-D373-36D5-6F99-A8C3A96B692B}"/>
              </a:ext>
            </a:extLst>
          </p:cNvPr>
          <p:cNvCxnSpPr/>
          <p:nvPr/>
        </p:nvCxnSpPr>
        <p:spPr>
          <a:xfrm>
            <a:off x="3057187" y="2070022"/>
            <a:ext cx="3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A0029D09-8422-3B87-6D64-209C2C2BC9B8}"/>
              </a:ext>
            </a:extLst>
          </p:cNvPr>
          <p:cNvSpPr/>
          <p:nvPr/>
        </p:nvSpPr>
        <p:spPr>
          <a:xfrm>
            <a:off x="3135317" y="1743760"/>
            <a:ext cx="252000" cy="252000"/>
          </a:xfrm>
          <a:prstGeom prst="arc">
            <a:avLst>
              <a:gd name="adj1" fmla="val 12946277"/>
              <a:gd name="adj2" fmla="val 4903603"/>
            </a:avLst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A1D7CD-3069-B4FB-767F-77FF1AA407EB}"/>
              </a:ext>
            </a:extLst>
          </p:cNvPr>
          <p:cNvCxnSpPr/>
          <p:nvPr/>
        </p:nvCxnSpPr>
        <p:spPr>
          <a:xfrm>
            <a:off x="3262087" y="1813514"/>
            <a:ext cx="0" cy="10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B1ACFC-B0AB-12D1-04AA-0DEBC99A90A3}"/>
              </a:ext>
            </a:extLst>
          </p:cNvPr>
          <p:cNvCxnSpPr/>
          <p:nvPr/>
        </p:nvCxnSpPr>
        <p:spPr>
          <a:xfrm>
            <a:off x="3204936" y="1867514"/>
            <a:ext cx="10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01EAB2-01EA-D35C-87B1-5A169B291797}"/>
                  </a:ext>
                </a:extLst>
              </p:cNvPr>
              <p:cNvSpPr txBox="1"/>
              <p:nvPr/>
            </p:nvSpPr>
            <p:spPr>
              <a:xfrm>
                <a:off x="2976559" y="140178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01EAB2-01EA-D35C-87B1-5A169B29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559" y="1401785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7B746C-89BD-7BDA-A1C9-53477845FF91}"/>
                  </a:ext>
                </a:extLst>
              </p:cNvPr>
              <p:cNvSpPr txBox="1"/>
              <p:nvPr/>
            </p:nvSpPr>
            <p:spPr>
              <a:xfrm>
                <a:off x="3457462" y="1935714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7B746C-89BD-7BDA-A1C9-53477845F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62" y="1935714"/>
                <a:ext cx="162672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1A61F8-EED6-48BD-ACA1-7E6623224E8C}"/>
              </a:ext>
            </a:extLst>
          </p:cNvPr>
          <p:cNvCxnSpPr>
            <a:cxnSpLocks/>
          </p:cNvCxnSpPr>
          <p:nvPr/>
        </p:nvCxnSpPr>
        <p:spPr>
          <a:xfrm>
            <a:off x="4460318" y="1815895"/>
            <a:ext cx="0" cy="266400"/>
          </a:xfrm>
          <a:prstGeom prst="line">
            <a:avLst/>
          </a:prstGeom>
          <a:ln w="28575">
            <a:solidFill>
              <a:srgbClr val="FAF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186214-246F-0C5E-F2BB-641584A5DB31}"/>
              </a:ext>
            </a:extLst>
          </p:cNvPr>
          <p:cNvCxnSpPr>
            <a:cxnSpLocks/>
          </p:cNvCxnSpPr>
          <p:nvPr/>
        </p:nvCxnSpPr>
        <p:spPr>
          <a:xfrm>
            <a:off x="4010318" y="2079026"/>
            <a:ext cx="90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7C4CC94-30E8-BEE6-7AC6-4294149B0AFE}"/>
              </a:ext>
            </a:extLst>
          </p:cNvPr>
          <p:cNvCxnSpPr>
            <a:cxnSpLocks/>
          </p:cNvCxnSpPr>
          <p:nvPr/>
        </p:nvCxnSpPr>
        <p:spPr>
          <a:xfrm>
            <a:off x="4460318" y="1672032"/>
            <a:ext cx="0" cy="5400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C5C9BA-3863-1B80-52E6-ED9F77A990A7}"/>
                  </a:ext>
                </a:extLst>
              </p:cNvPr>
              <p:cNvSpPr txBox="1"/>
              <p:nvPr/>
            </p:nvSpPr>
            <p:spPr>
              <a:xfrm>
                <a:off x="4367784" y="1373864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C5C9BA-3863-1B80-52E6-ED9F77A99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84" y="1373864"/>
                <a:ext cx="180306" cy="276999"/>
              </a:xfrm>
              <a:prstGeom prst="rect">
                <a:avLst/>
              </a:prstGeom>
              <a:blipFill>
                <a:blip r:embed="rId7"/>
                <a:stretch>
                  <a:fillRect l="-34483" r="-3103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87AB54-C9C8-51CB-A0ED-B983C0A92680}"/>
                  </a:ext>
                </a:extLst>
              </p:cNvPr>
              <p:cNvSpPr txBox="1"/>
              <p:nvPr/>
            </p:nvSpPr>
            <p:spPr>
              <a:xfrm>
                <a:off x="4366237" y="2134903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87AB54-C9C8-51CB-A0ED-B983C0A92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37" y="2134903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9B4B34-BE41-E996-01DF-55D666BE2AB9}"/>
                  </a:ext>
                </a:extLst>
              </p:cNvPr>
              <p:cNvSpPr txBox="1"/>
              <p:nvPr/>
            </p:nvSpPr>
            <p:spPr>
              <a:xfrm>
                <a:off x="4906809" y="1935715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9B4B34-BE41-E996-01DF-55D666BE2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809" y="1935715"/>
                <a:ext cx="162673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5FC8BB-8B0C-F113-6085-088012ADCE8D}"/>
                  </a:ext>
                </a:extLst>
              </p:cNvPr>
              <p:cNvSpPr txBox="1"/>
              <p:nvPr/>
            </p:nvSpPr>
            <p:spPr>
              <a:xfrm>
                <a:off x="3862284" y="1935714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b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5FC8BB-8B0C-F113-6085-088012AD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284" y="1935714"/>
                <a:ext cx="162673" cy="276999"/>
              </a:xfrm>
              <a:prstGeom prst="rect">
                <a:avLst/>
              </a:prstGeom>
              <a:blipFill>
                <a:blip r:embed="rId6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8A639D-27CA-3766-5D7D-9F1DC083EE7F}"/>
              </a:ext>
            </a:extLst>
          </p:cNvPr>
          <p:cNvCxnSpPr/>
          <p:nvPr/>
        </p:nvCxnSpPr>
        <p:spPr>
          <a:xfrm>
            <a:off x="4174244" y="2079026"/>
            <a:ext cx="56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7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B810896-A094-A7C3-7814-F9DFACC05C87}"/>
              </a:ext>
            </a:extLst>
          </p:cNvPr>
          <p:cNvGrpSpPr/>
          <p:nvPr/>
        </p:nvGrpSpPr>
        <p:grpSpPr>
          <a:xfrm>
            <a:off x="1481284" y="1328287"/>
            <a:ext cx="4410113" cy="1491039"/>
            <a:chOff x="1481284" y="1328287"/>
            <a:chExt cx="4410113" cy="149103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A179210-F719-0D98-CB0B-E0B402C47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13664" y="1509852"/>
              <a:ext cx="3877733" cy="1309474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27E140C-9682-8A30-5213-F427233EA440}"/>
                </a:ext>
              </a:extLst>
            </p:cNvPr>
            <p:cNvGrpSpPr/>
            <p:nvPr/>
          </p:nvGrpSpPr>
          <p:grpSpPr>
            <a:xfrm>
              <a:off x="1481284" y="1328287"/>
              <a:ext cx="657811" cy="810928"/>
              <a:chOff x="4467288" y="2168072"/>
              <a:chExt cx="657811" cy="81092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527C5F3-C3A5-A13C-52DF-DF2CFAB4068E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5B86354-1DF5-B342-E9B2-67C5B5501696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3F43F535-5471-0A66-07B5-A38D114F46B8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4C8DC37-8319-BF17-A4F5-407C6B2C659A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1E4B9A6-F71B-CD62-50EE-35C643A0DFDD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371807B-CA8D-0191-6652-84D934E83633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371807B-CA8D-0191-6652-84D934E836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CB58B68-0906-B018-F8F7-8C1C06D7D3AF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CB58B68-0906-B018-F8F7-8C1C06D7D3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4C8333-C62D-EC2C-EBC9-C044C9906043}"/>
              </a:ext>
            </a:extLst>
          </p:cNvPr>
          <p:cNvGrpSpPr/>
          <p:nvPr/>
        </p:nvGrpSpPr>
        <p:grpSpPr>
          <a:xfrm>
            <a:off x="1493163" y="3553339"/>
            <a:ext cx="4340510" cy="1198559"/>
            <a:chOff x="1493163" y="3553339"/>
            <a:chExt cx="4340510" cy="1198559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31A42F0-23C0-2F55-9C49-A9DBC4909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7878" y="3553339"/>
              <a:ext cx="3785795" cy="1198559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4BF0A9A-517C-0192-1301-693E4715F6BE}"/>
                </a:ext>
              </a:extLst>
            </p:cNvPr>
            <p:cNvGrpSpPr/>
            <p:nvPr/>
          </p:nvGrpSpPr>
          <p:grpSpPr>
            <a:xfrm>
              <a:off x="1493163" y="3816016"/>
              <a:ext cx="648995" cy="810928"/>
              <a:chOff x="1077151" y="3600450"/>
              <a:chExt cx="648995" cy="810928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E563A6A-53DE-487C-62DD-BD98D116131C}"/>
                  </a:ext>
                </a:extLst>
              </p:cNvPr>
              <p:cNvCxnSpPr/>
              <p:nvPr/>
            </p:nvCxnSpPr>
            <p:spPr>
              <a:xfrm>
                <a:off x="1158488" y="3738378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8A46FF0-E129-7E9B-2756-CFFCA23F0C03}"/>
                  </a:ext>
                </a:extLst>
              </p:cNvPr>
              <p:cNvCxnSpPr/>
              <p:nvPr/>
            </p:nvCxnSpPr>
            <p:spPr>
              <a:xfrm flipV="1">
                <a:off x="1148963" y="3747903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A8862F9E-9AB6-311F-B96F-2023611249ED}"/>
                  </a:ext>
                </a:extLst>
              </p:cNvPr>
              <p:cNvSpPr/>
              <p:nvPr/>
            </p:nvSpPr>
            <p:spPr>
              <a:xfrm flipV="1">
                <a:off x="1227093" y="3817403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C971420-F6C5-A339-DF3A-AF6B773DA5EF}"/>
                  </a:ext>
                </a:extLst>
              </p:cNvPr>
              <p:cNvCxnSpPr/>
              <p:nvPr/>
            </p:nvCxnSpPr>
            <p:spPr>
              <a:xfrm flipV="1">
                <a:off x="1353863" y="3891649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66046C-B784-3F41-6EE8-A24192AF06CD}"/>
                  </a:ext>
                </a:extLst>
              </p:cNvPr>
              <p:cNvCxnSpPr/>
              <p:nvPr/>
            </p:nvCxnSpPr>
            <p:spPr>
              <a:xfrm flipV="1">
                <a:off x="1296712" y="3945649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1B45B73-04CC-7476-399E-611EC113DEAC}"/>
                      </a:ext>
                    </a:extLst>
                  </p:cNvPr>
                  <p:cNvSpPr txBox="1"/>
                  <p:nvPr/>
                </p:nvSpPr>
                <p:spPr>
                  <a:xfrm rot="10800000" flipV="1">
                    <a:off x="1077151" y="4134379"/>
                    <a:ext cx="16267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1B45B73-04CC-7476-399E-611EC113D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 flipV="1">
                    <a:off x="1077151" y="4134379"/>
                    <a:ext cx="162673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2222" r="-185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5B4A9BD-2319-07DF-2BA5-B49541B079C0}"/>
                      </a:ext>
                    </a:extLst>
                  </p:cNvPr>
                  <p:cNvSpPr txBox="1"/>
                  <p:nvPr/>
                </p:nvSpPr>
                <p:spPr>
                  <a:xfrm rot="10800000" flipV="1">
                    <a:off x="1549238" y="3600450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5B4A9BD-2319-07DF-2BA5-B49541B079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 flipV="1">
                    <a:off x="1549238" y="3600450"/>
                    <a:ext cx="17690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1015A3E-EC88-0000-5D97-D483FDB1EAE3}"/>
              </a:ext>
            </a:extLst>
          </p:cNvPr>
          <p:cNvGrpSpPr/>
          <p:nvPr/>
        </p:nvGrpSpPr>
        <p:grpSpPr>
          <a:xfrm>
            <a:off x="6710509" y="1248623"/>
            <a:ext cx="4445038" cy="1358696"/>
            <a:chOff x="1481284" y="1328287"/>
            <a:chExt cx="4445038" cy="13586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3908A5-8DCF-B621-BBEC-AA5D9BD47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8589" y="1521544"/>
              <a:ext cx="3877733" cy="1165439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48B64FE-A83A-324F-4936-9327D473DB61}"/>
                </a:ext>
              </a:extLst>
            </p:cNvPr>
            <p:cNvGrpSpPr/>
            <p:nvPr/>
          </p:nvGrpSpPr>
          <p:grpSpPr>
            <a:xfrm>
              <a:off x="1481284" y="1328287"/>
              <a:ext cx="657811" cy="810928"/>
              <a:chOff x="4467288" y="2168072"/>
              <a:chExt cx="657811" cy="810928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B849D708-E45C-2C11-40C8-EF468187B479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91B93EA-D125-547A-3291-916C06E0A100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79490BC5-E5AA-0CF4-3FA7-AFCCD9002DFD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EBDCF41-11E6-E405-CE59-3829CE68840C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F826442-6BED-2627-FD31-F6A306FC351F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C41BB34-1CE4-CE5F-D0EF-534366E15F49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371807B-CA8D-0191-6652-84D934E836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846A7D7-37DA-1C66-47D2-2B799BFE60C9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CB58B68-0906-B018-F8F7-8C1C06D7D3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512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B105-B430-4032-DBEB-4AA5B00F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88975B8-6E5E-E0AC-D116-FF24161ACEF2}"/>
              </a:ext>
            </a:extLst>
          </p:cNvPr>
          <p:cNvGrpSpPr/>
          <p:nvPr/>
        </p:nvGrpSpPr>
        <p:grpSpPr>
          <a:xfrm>
            <a:off x="1481284" y="1283837"/>
            <a:ext cx="3870289" cy="1421897"/>
            <a:chOff x="1481284" y="1283837"/>
            <a:chExt cx="3870289" cy="142189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B999275-1BBC-3D1E-A4D7-BB858203A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4292" y="1473054"/>
              <a:ext cx="3307281" cy="123268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7EF4E1-B25A-868D-4553-EEBBB527E489}"/>
                </a:ext>
              </a:extLst>
            </p:cNvPr>
            <p:cNvGrpSpPr/>
            <p:nvPr/>
          </p:nvGrpSpPr>
          <p:grpSpPr>
            <a:xfrm>
              <a:off x="1481284" y="1283837"/>
              <a:ext cx="657811" cy="810928"/>
              <a:chOff x="4467288" y="2168072"/>
              <a:chExt cx="657811" cy="81092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5C4940E-1FEF-8F95-F30D-7760288BE033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8FD728-2D84-631D-4C80-44493B2CE51E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B0300A93-B674-3B67-F5EB-641FB6E7EBB1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8E45ABC-94FC-B8F9-7E39-3D359009CCDA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29CEE43-45EC-EF74-ED44-B166FEEAB7F4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D254F81-395A-A5EC-0399-E3B218E8A272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D254F81-395A-A5EC-0399-E3B218E8A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8DE14D1-9A2F-207B-5F64-E7EBCB6DD75F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8DE14D1-9A2F-207B-5F64-E7EBCB6DD7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228C0E6-329E-6B5F-647E-2B58D18C46DB}"/>
              </a:ext>
            </a:extLst>
          </p:cNvPr>
          <p:cNvGrpSpPr/>
          <p:nvPr/>
        </p:nvGrpSpPr>
        <p:grpSpPr>
          <a:xfrm>
            <a:off x="1493163" y="3631832"/>
            <a:ext cx="3882597" cy="1129431"/>
            <a:chOff x="1493163" y="3631832"/>
            <a:chExt cx="3882597" cy="112943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8F1053A-B3F4-9137-997A-2B71A7E68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4292" y="3631832"/>
              <a:ext cx="3331468" cy="1129431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C423447-52A5-6A32-414B-236A6BAEBB5E}"/>
                </a:ext>
              </a:extLst>
            </p:cNvPr>
            <p:cNvGrpSpPr/>
            <p:nvPr/>
          </p:nvGrpSpPr>
          <p:grpSpPr>
            <a:xfrm>
              <a:off x="1493163" y="3854116"/>
              <a:ext cx="648995" cy="810928"/>
              <a:chOff x="1077151" y="3600450"/>
              <a:chExt cx="648995" cy="810928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07CF3FF-298F-9ABF-C295-601D9AD57A23}"/>
                  </a:ext>
                </a:extLst>
              </p:cNvPr>
              <p:cNvCxnSpPr/>
              <p:nvPr/>
            </p:nvCxnSpPr>
            <p:spPr>
              <a:xfrm>
                <a:off x="1158488" y="3738378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8B1ED0D-AD3D-30DA-7A63-957FE3866F3B}"/>
                  </a:ext>
                </a:extLst>
              </p:cNvPr>
              <p:cNvCxnSpPr/>
              <p:nvPr/>
            </p:nvCxnSpPr>
            <p:spPr>
              <a:xfrm flipV="1">
                <a:off x="1148963" y="3747903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719BBD0B-CE22-9577-CE0E-8A727E7C0F38}"/>
                  </a:ext>
                </a:extLst>
              </p:cNvPr>
              <p:cNvSpPr/>
              <p:nvPr/>
            </p:nvSpPr>
            <p:spPr>
              <a:xfrm flipV="1">
                <a:off x="1227093" y="3817403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A036EC9-74E4-3856-B5ED-46B1294C0DA3}"/>
                  </a:ext>
                </a:extLst>
              </p:cNvPr>
              <p:cNvCxnSpPr/>
              <p:nvPr/>
            </p:nvCxnSpPr>
            <p:spPr>
              <a:xfrm flipV="1">
                <a:off x="1353863" y="3891649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384CF4F-3742-CFD2-52F8-B1D2272481D5}"/>
                  </a:ext>
                </a:extLst>
              </p:cNvPr>
              <p:cNvCxnSpPr/>
              <p:nvPr/>
            </p:nvCxnSpPr>
            <p:spPr>
              <a:xfrm flipV="1">
                <a:off x="1296712" y="3945649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9469959-0523-1DCB-B3C3-3777AC1A3D44}"/>
                      </a:ext>
                    </a:extLst>
                  </p:cNvPr>
                  <p:cNvSpPr txBox="1"/>
                  <p:nvPr/>
                </p:nvSpPr>
                <p:spPr>
                  <a:xfrm rot="10800000" flipV="1">
                    <a:off x="1077151" y="4134379"/>
                    <a:ext cx="16267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9469959-0523-1DCB-B3C3-3777AC1A3D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 flipV="1">
                    <a:off x="1077151" y="4134379"/>
                    <a:ext cx="162673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2222" r="-185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2DBA9BF-CCE9-8E45-2EA9-9142DAC996C9}"/>
                      </a:ext>
                    </a:extLst>
                  </p:cNvPr>
                  <p:cNvSpPr txBox="1"/>
                  <p:nvPr/>
                </p:nvSpPr>
                <p:spPr>
                  <a:xfrm rot="10800000" flipV="1">
                    <a:off x="1549238" y="3600450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2DBA9BF-CCE9-8E45-2EA9-9142DAC996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 flipV="1">
                    <a:off x="1549238" y="3600450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84174F7-4CDE-F844-7533-52ED3F872388}"/>
              </a:ext>
            </a:extLst>
          </p:cNvPr>
          <p:cNvGrpSpPr/>
          <p:nvPr/>
        </p:nvGrpSpPr>
        <p:grpSpPr>
          <a:xfrm>
            <a:off x="6554899" y="1238744"/>
            <a:ext cx="3911564" cy="1328381"/>
            <a:chOff x="1481284" y="1283837"/>
            <a:chExt cx="3911564" cy="13283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2177244-7A52-0472-B90F-322C6807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85567" y="1503069"/>
              <a:ext cx="3307281" cy="1109149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F5C94E-C5FC-0EE9-135C-FCEDB7E46063}"/>
                </a:ext>
              </a:extLst>
            </p:cNvPr>
            <p:cNvGrpSpPr/>
            <p:nvPr/>
          </p:nvGrpSpPr>
          <p:grpSpPr>
            <a:xfrm>
              <a:off x="1481284" y="1283837"/>
              <a:ext cx="657811" cy="810928"/>
              <a:chOff x="4467288" y="2168072"/>
              <a:chExt cx="657811" cy="810928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9323A4A9-3D9C-40F0-32A0-A58F41FB68D3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782F1103-BE9C-C84D-3614-29956C28F4F0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BDBB6508-AD8B-13C3-D9E1-33539F73E25A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5162269-EB9E-D65F-E2FE-BA5F1245A9D9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1317CBE-B569-76E0-5F8A-A4683DC2117A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4934D88-2125-003B-010F-A58470CBCF3D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D254F81-395A-A5EC-0399-E3B218E8A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895B2AE-B5BD-E640-4153-ADB5A99B3526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8DE14D1-9A2F-207B-5F64-E7EBCB6DD7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75540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D744-E30A-31EA-5BDE-7937F6B2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BE8624D9-0E44-B0E9-0CEF-3DFFA128A3F9}"/>
              </a:ext>
            </a:extLst>
          </p:cNvPr>
          <p:cNvGrpSpPr/>
          <p:nvPr/>
        </p:nvGrpSpPr>
        <p:grpSpPr>
          <a:xfrm>
            <a:off x="1481284" y="1006323"/>
            <a:ext cx="7002496" cy="1066101"/>
            <a:chOff x="1481284" y="2621368"/>
            <a:chExt cx="7002496" cy="10661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A801931-D9EC-BE9C-6551-9739856DE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36"/>
            <a:stretch>
              <a:fillRect/>
            </a:stretch>
          </p:blipFill>
          <p:spPr>
            <a:xfrm>
              <a:off x="2182370" y="2867161"/>
              <a:ext cx="6301410" cy="820308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FA51EF-807F-FE49-BB93-8E3E369301C1}"/>
                </a:ext>
              </a:extLst>
            </p:cNvPr>
            <p:cNvGrpSpPr/>
            <p:nvPr/>
          </p:nvGrpSpPr>
          <p:grpSpPr>
            <a:xfrm>
              <a:off x="1481284" y="2621368"/>
              <a:ext cx="657811" cy="810928"/>
              <a:chOff x="4467288" y="2168072"/>
              <a:chExt cx="657811" cy="810928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7B322AF-A428-2B6E-BCA2-14E3F35862BD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CA65983-9E62-5E6D-B4A7-34D8859C17F8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1A061236-5756-5DB8-EBDD-D21743CFCA9F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DBD3E23-C194-35E2-0A0C-188FEEFBDB5B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53F2155-1E37-D633-3073-C48214D1B3D1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60BC187-5667-2362-8807-008795D9008A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60BC187-5667-2362-8807-008795D900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2364466-8997-C760-586C-59E50F6F568D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2364466-8997-C760-586C-59E50F6F56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9CF8A4A-5968-CC00-EF6E-067AC8CE8EAE}"/>
              </a:ext>
            </a:extLst>
          </p:cNvPr>
          <p:cNvGrpSpPr/>
          <p:nvPr/>
        </p:nvGrpSpPr>
        <p:grpSpPr>
          <a:xfrm>
            <a:off x="1481284" y="2326697"/>
            <a:ext cx="5360124" cy="1032442"/>
            <a:chOff x="1481284" y="1328287"/>
            <a:chExt cx="5360124" cy="10324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9653C8-67EB-4EBD-B604-228E79D29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9029" y="1614812"/>
              <a:ext cx="4712379" cy="745917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BF166D-B9C2-BA7D-E09E-C4FC286CA616}"/>
                </a:ext>
              </a:extLst>
            </p:cNvPr>
            <p:cNvGrpSpPr/>
            <p:nvPr/>
          </p:nvGrpSpPr>
          <p:grpSpPr>
            <a:xfrm>
              <a:off x="1481284" y="1328287"/>
              <a:ext cx="657811" cy="810928"/>
              <a:chOff x="4467288" y="2168072"/>
              <a:chExt cx="657811" cy="81092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AEB5053-967A-182E-62EA-14A070780255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AF87BFA-C12B-1558-9A90-B73D095333CC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6807C49A-52CE-735C-80C1-4F14DF760E03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328CF73-EF2C-1294-88C0-570DE6B88BF9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C74B026-BD08-E085-0789-5B77C394F490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5BCB167-5B82-28B0-E279-B03B70F3A9F2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5BCB167-5B82-28B0-E279-B03B70F3A9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05166ED-4BF8-921E-670B-765394CE48A4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05166ED-4BF8-921E-670B-765394CE48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3B81-0906-7D13-0AB0-642A58711789}"/>
              </a:ext>
            </a:extLst>
          </p:cNvPr>
          <p:cNvGrpSpPr/>
          <p:nvPr/>
        </p:nvGrpSpPr>
        <p:grpSpPr>
          <a:xfrm>
            <a:off x="1481284" y="3797785"/>
            <a:ext cx="6560007" cy="1250441"/>
            <a:chOff x="1481284" y="4103180"/>
            <a:chExt cx="6560007" cy="1250441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5EBE2F3-4CDC-B6C6-5258-3DB8066C9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74750" y="4176410"/>
              <a:ext cx="5866541" cy="1177211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1835BAA-63B3-38FA-22D7-731A59DD01B9}"/>
                </a:ext>
              </a:extLst>
            </p:cNvPr>
            <p:cNvGrpSpPr/>
            <p:nvPr/>
          </p:nvGrpSpPr>
          <p:grpSpPr>
            <a:xfrm>
              <a:off x="1481284" y="4103180"/>
              <a:ext cx="657811" cy="810928"/>
              <a:chOff x="4467288" y="2168072"/>
              <a:chExt cx="657811" cy="810928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1E510C4-D6F9-4AA3-986E-715FE60EF8C7}"/>
                  </a:ext>
                </a:extLst>
              </p:cNvPr>
              <p:cNvCxnSpPr/>
              <p:nvPr/>
            </p:nvCxnSpPr>
            <p:spPr>
              <a:xfrm flipV="1">
                <a:off x="4557441" y="2445072"/>
                <a:ext cx="0" cy="39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F2F8957-7495-1559-82A2-5FEEC8B08DE6}"/>
                  </a:ext>
                </a:extLst>
              </p:cNvPr>
              <p:cNvCxnSpPr/>
              <p:nvPr/>
            </p:nvCxnSpPr>
            <p:spPr>
              <a:xfrm>
                <a:off x="4547916" y="2833928"/>
                <a:ext cx="396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1CC42C68-6244-275B-153E-F40A1ADEB617}"/>
                  </a:ext>
                </a:extLst>
              </p:cNvPr>
              <p:cNvSpPr/>
              <p:nvPr/>
            </p:nvSpPr>
            <p:spPr>
              <a:xfrm>
                <a:off x="4626046" y="2510047"/>
                <a:ext cx="252000" cy="252000"/>
              </a:xfrm>
              <a:prstGeom prst="arc">
                <a:avLst>
                  <a:gd name="adj1" fmla="val 12946277"/>
                  <a:gd name="adj2" fmla="val 4903603"/>
                </a:avLst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AB19EB9-BA68-1CE6-6239-38B525AD1669}"/>
                  </a:ext>
                </a:extLst>
              </p:cNvPr>
              <p:cNvCxnSpPr/>
              <p:nvPr/>
            </p:nvCxnSpPr>
            <p:spPr>
              <a:xfrm>
                <a:off x="4752816" y="2579801"/>
                <a:ext cx="0" cy="10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0E019F7-73F8-AA44-77EF-DB97F405DFE3}"/>
                  </a:ext>
                </a:extLst>
              </p:cNvPr>
              <p:cNvCxnSpPr/>
              <p:nvPr/>
            </p:nvCxnSpPr>
            <p:spPr>
              <a:xfrm>
                <a:off x="4695665" y="2633801"/>
                <a:ext cx="10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3AD27398-F96D-8B66-149E-76B8DB885E0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3AD27398-F96D-8B66-149E-76B8DB885E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7288" y="2168072"/>
                    <a:ext cx="1803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5F383FA-5D4E-AE16-25F5-388C2556B4B8}"/>
                      </a:ext>
                    </a:extLst>
                  </p:cNvPr>
                  <p:cNvSpPr txBox="1"/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5F383FA-5D4E-AE16-25F5-388C2556B4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8191" y="2702001"/>
                    <a:ext cx="17690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690" r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02407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4B20E7D6-89CA-7351-96EA-DF2C3E1F2BC7}"/>
              </a:ext>
            </a:extLst>
          </p:cNvPr>
          <p:cNvGrpSpPr/>
          <p:nvPr/>
        </p:nvGrpSpPr>
        <p:grpSpPr>
          <a:xfrm>
            <a:off x="1207385" y="-343680"/>
            <a:ext cx="4227515" cy="6997499"/>
            <a:chOff x="1207385" y="-343680"/>
            <a:chExt cx="4227515" cy="6997499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C5C9761C-7010-D372-0E25-224518AEB585}"/>
                </a:ext>
              </a:extLst>
            </p:cNvPr>
            <p:cNvGrpSpPr/>
            <p:nvPr/>
          </p:nvGrpSpPr>
          <p:grpSpPr>
            <a:xfrm>
              <a:off x="1207385" y="-343680"/>
              <a:ext cx="4227515" cy="6997499"/>
              <a:chOff x="1207385" y="-343680"/>
              <a:chExt cx="4227515" cy="699749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D901903-6E9E-280B-806A-4866C2DC8A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87141" y="226338"/>
                <a:ext cx="3947759" cy="1657084"/>
              </a:xfrm>
              <a:prstGeom prst="rect">
                <a:avLst/>
              </a:prstGeom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A7A65C1-EDF9-6DF2-EE51-6396E4277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1020" y="756925"/>
                <a:ext cx="36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A5F6D55-8293-A518-80FB-06F2E3298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0" t="2701" r="-310" b="-32"/>
              <a:stretch>
                <a:fillRect/>
              </a:stretch>
            </p:blipFill>
            <p:spPr bwMode="auto">
              <a:xfrm>
                <a:off x="1219966" y="1835385"/>
                <a:ext cx="3780000" cy="4818434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ED19C6D-0B44-56B6-4CB4-11257DAE915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-86935" y="4103201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58E2870-C417-BEF3-BB42-CB82D7779C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881440" y="4103201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1A2DA12-C5C6-C748-BA12-E6855FCA425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2402265" y="4095055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C974311-620F-2C6D-16B3-6A955E661F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2724430" y="4095055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F35E1EC-D0E2-76AF-6A57-B101E3B32364}"/>
                  </a:ext>
                </a:extLst>
              </p:cNvPr>
              <p:cNvGrpSpPr/>
              <p:nvPr/>
            </p:nvGrpSpPr>
            <p:grpSpPr>
              <a:xfrm>
                <a:off x="1207385" y="-343680"/>
                <a:ext cx="657811" cy="810928"/>
                <a:chOff x="4467288" y="2168072"/>
                <a:chExt cx="657811" cy="810928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599642C2-DADA-639C-ADD8-6084B8321824}"/>
                    </a:ext>
                  </a:extLst>
                </p:cNvPr>
                <p:cNvCxnSpPr/>
                <p:nvPr/>
              </p:nvCxnSpPr>
              <p:spPr>
                <a:xfrm flipV="1">
                  <a:off x="4557441" y="2445072"/>
                  <a:ext cx="0" cy="396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EE4BCDA-9629-BBE9-6635-C9981F42FE8E}"/>
                    </a:ext>
                  </a:extLst>
                </p:cNvPr>
                <p:cNvCxnSpPr/>
                <p:nvPr/>
              </p:nvCxnSpPr>
              <p:spPr>
                <a:xfrm>
                  <a:off x="4547916" y="2833928"/>
                  <a:ext cx="396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Arc 15">
                  <a:extLst>
                    <a:ext uri="{FF2B5EF4-FFF2-40B4-BE49-F238E27FC236}">
                      <a16:creationId xmlns:a16="http://schemas.microsoft.com/office/drawing/2014/main" id="{6C943B8B-DE25-A4F8-9E97-751B21AF5B86}"/>
                    </a:ext>
                  </a:extLst>
                </p:cNvPr>
                <p:cNvSpPr/>
                <p:nvPr/>
              </p:nvSpPr>
              <p:spPr>
                <a:xfrm>
                  <a:off x="4626046" y="2510047"/>
                  <a:ext cx="252000" cy="252000"/>
                </a:xfrm>
                <a:prstGeom prst="arc">
                  <a:avLst>
                    <a:gd name="adj1" fmla="val 12946277"/>
                    <a:gd name="adj2" fmla="val 4903603"/>
                  </a:avLst>
                </a:prstGeom>
                <a:ln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50D79E2-EFD9-6CAB-0707-8A44C8C796C6}"/>
                    </a:ext>
                  </a:extLst>
                </p:cNvPr>
                <p:cNvCxnSpPr/>
                <p:nvPr/>
              </p:nvCxnSpPr>
              <p:spPr>
                <a:xfrm>
                  <a:off x="4752816" y="2579801"/>
                  <a:ext cx="0" cy="1080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D41FF3B2-C4AF-B4DA-7972-26B16794E9E0}"/>
                    </a:ext>
                  </a:extLst>
                </p:cNvPr>
                <p:cNvCxnSpPr/>
                <p:nvPr/>
              </p:nvCxnSpPr>
              <p:spPr>
                <a:xfrm>
                  <a:off x="4695665" y="2633801"/>
                  <a:ext cx="108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E179093A-5E34-EECB-65E5-191CEEAFE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7288" y="2168072"/>
                      <a:ext cx="18030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AU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oMath>
                        </m:oMathPara>
                      </a14:m>
                      <a:endParaRPr kumimoji="0" lang="en-AU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E179093A-5E34-EECB-65E5-191CEEAFE3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7288" y="2168072"/>
                      <a:ext cx="180306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33333" r="-30000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6141B893-26C5-85B2-5F2A-5D5FC8DD8F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48191" y="2702001"/>
                      <a:ext cx="17690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AU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oMath>
                        </m:oMathPara>
                      </a14:m>
                      <a:endParaRPr kumimoji="0" lang="en-AU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6141B893-26C5-85B2-5F2A-5D5FC8DD8F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48191" y="2702001"/>
                      <a:ext cx="176908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0690" r="-172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4FDAC1D9-693A-54FF-E6E4-A261B2968BA4}"/>
                  </a:ext>
                </a:extLst>
              </p:cNvPr>
              <p:cNvCxnSpPr/>
              <p:nvPr/>
            </p:nvCxnSpPr>
            <p:spPr>
              <a:xfrm>
                <a:off x="2168128" y="-12284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A4382597-E9D5-21CE-20E5-EF1391FECC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4594" y="-12284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ABBF875-2904-6F73-12BD-840897E209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7904" y="-12284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63745F3-1563-7F46-44BA-1C99185FB1F7}"/>
                      </a:ext>
                    </a:extLst>
                  </p:cNvPr>
                  <p:cNvSpPr txBox="1"/>
                  <p:nvPr/>
                </p:nvSpPr>
                <p:spPr>
                  <a:xfrm>
                    <a:off x="2875248" y="-339743"/>
                    <a:ext cx="512384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63745F3-1563-7F46-44BA-1C99185FB1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5248" y="-339743"/>
                    <a:ext cx="512384" cy="30078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1905" r="-1190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E3CFFD1-B6B0-A547-5F37-3260AF2460BF}"/>
                      </a:ext>
                    </a:extLst>
                  </p:cNvPr>
                  <p:cNvSpPr txBox="1"/>
                  <p:nvPr/>
                </p:nvSpPr>
                <p:spPr>
                  <a:xfrm>
                    <a:off x="1911298" y="-339743"/>
                    <a:ext cx="512384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E3CFFD1-B6B0-A547-5F37-3260AF2460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1298" y="-339743"/>
                    <a:ext cx="512384" cy="30078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1905" r="-1190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B20FC3B-E51B-D0B5-AE00-771852DF391F}"/>
                      </a:ext>
                    </a:extLst>
                  </p:cNvPr>
                  <p:cNvSpPr txBox="1"/>
                  <p:nvPr/>
                </p:nvSpPr>
                <p:spPr>
                  <a:xfrm>
                    <a:off x="4503092" y="-338813"/>
                    <a:ext cx="311046" cy="2989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B20FC3B-E51B-D0B5-AE00-771852DF3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3092" y="-338813"/>
                    <a:ext cx="311046" cy="29892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9608" r="-3922" b="-204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A236289-67A2-61FC-A01D-76B56A9EF46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018615" y="396847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29ACC47-982C-6C90-033A-DCF02F9FC76B}"/>
                      </a:ext>
                    </a:extLst>
                  </p:cNvPr>
                  <p:cNvSpPr txBox="1"/>
                  <p:nvPr/>
                </p:nvSpPr>
                <p:spPr>
                  <a:xfrm>
                    <a:off x="5115119" y="401667"/>
                    <a:ext cx="3034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29ACC47-982C-6C90-033A-DCF02F9FC7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5119" y="401667"/>
                    <a:ext cx="303416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8000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F4360CB6-756A-FE42-C67E-2A6A2BA1D8E8}"/>
                  </a:ext>
                </a:extLst>
              </p:cNvPr>
              <p:cNvGrpSpPr/>
              <p:nvPr/>
            </p:nvGrpSpPr>
            <p:grpSpPr>
              <a:xfrm>
                <a:off x="1889950" y="848002"/>
                <a:ext cx="540000" cy="165854"/>
                <a:chOff x="285750" y="2873216"/>
                <a:chExt cx="540000" cy="165854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32E550E-BE0C-F56F-3E03-CB7EE2413F43}"/>
                    </a:ext>
                  </a:extLst>
                </p:cNvPr>
                <p:cNvCxnSpPr/>
                <p:nvPr/>
              </p:nvCxnSpPr>
              <p:spPr>
                <a:xfrm>
                  <a:off x="285750" y="2956560"/>
                  <a:ext cx="54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C7DB342-63E7-A6E3-4970-0F7EEC9103C7}"/>
                    </a:ext>
                  </a:extLst>
                </p:cNvPr>
                <p:cNvGrpSpPr/>
                <p:nvPr/>
              </p:nvGrpSpPr>
              <p:grpSpPr>
                <a:xfrm>
                  <a:off x="567655" y="2873216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24098A43-CC30-B35A-2A41-99D5EEF2B5B8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B8533ACC-B5A0-66E9-B9C6-E1B7E3C833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2430C0C8-882F-5E0B-3499-746F4B642C04}"/>
                    </a:ext>
                  </a:extLst>
                </p:cNvPr>
                <p:cNvGrpSpPr/>
                <p:nvPr/>
              </p:nvGrpSpPr>
              <p:grpSpPr>
                <a:xfrm>
                  <a:off x="465750" y="2874050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6999405B-758D-99D1-A584-B076B5AD2AD7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4CC63E29-EB82-DA4E-F50A-11662874CE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9703B00-CCAC-8DE9-5E91-D10E0E934209}"/>
                  </a:ext>
                </a:extLst>
              </p:cNvPr>
              <p:cNvGrpSpPr/>
              <p:nvPr/>
            </p:nvGrpSpPr>
            <p:grpSpPr>
              <a:xfrm flipH="1">
                <a:off x="2858325" y="841989"/>
                <a:ext cx="540000" cy="165854"/>
                <a:chOff x="285750" y="2873216"/>
                <a:chExt cx="540000" cy="165854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374AA9CA-9BB7-9B99-A00A-36F235948459}"/>
                    </a:ext>
                  </a:extLst>
                </p:cNvPr>
                <p:cNvCxnSpPr/>
                <p:nvPr/>
              </p:nvCxnSpPr>
              <p:spPr>
                <a:xfrm>
                  <a:off x="285750" y="2956560"/>
                  <a:ext cx="54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E32852CE-31D4-0EAB-1309-B00D122BCA8E}"/>
                    </a:ext>
                  </a:extLst>
                </p:cNvPr>
                <p:cNvGrpSpPr/>
                <p:nvPr/>
              </p:nvGrpSpPr>
              <p:grpSpPr>
                <a:xfrm>
                  <a:off x="567655" y="2873216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AC520912-884A-EA1F-0FE6-98A10C2D1D17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EF5C7014-350D-B56C-FE1E-6AC0380BC3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19D635E1-2704-4624-B62A-33BCF7AD3896}"/>
                    </a:ext>
                  </a:extLst>
                </p:cNvPr>
                <p:cNvGrpSpPr/>
                <p:nvPr/>
              </p:nvGrpSpPr>
              <p:grpSpPr>
                <a:xfrm>
                  <a:off x="465750" y="2874050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1E22B0F6-48DF-D751-2134-5B5D06AAC13C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CC574099-042D-5B84-4B61-5F100DE90A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681094BB-171C-1D7C-C896-B7BE90B67D88}"/>
                      </a:ext>
                    </a:extLst>
                  </p:cNvPr>
                  <p:cNvSpPr txBox="1"/>
                  <p:nvPr/>
                </p:nvSpPr>
                <p:spPr>
                  <a:xfrm>
                    <a:off x="1569590" y="742495"/>
                    <a:ext cx="351956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681094BB-171C-1D7C-C896-B7BE90B67D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9590" y="742495"/>
                    <a:ext cx="351956" cy="300788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5517" r="-1724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49F8AE4B-25A3-0111-DF0B-3DD49CCF0C4D}"/>
                      </a:ext>
                    </a:extLst>
                  </p:cNvPr>
                  <p:cNvSpPr txBox="1"/>
                  <p:nvPr/>
                </p:nvSpPr>
                <p:spPr>
                  <a:xfrm>
                    <a:off x="3410230" y="745815"/>
                    <a:ext cx="351956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49F8AE4B-25A3-0111-DF0B-3DD49CCF0C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0230" y="745815"/>
                    <a:ext cx="351956" cy="300788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5517" r="-1724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C015EA8A-A384-A385-5773-B2BB154E87A6}"/>
                      </a:ext>
                    </a:extLst>
                  </p:cNvPr>
                  <p:cNvSpPr txBox="1"/>
                  <p:nvPr/>
                </p:nvSpPr>
                <p:spPr>
                  <a:xfrm>
                    <a:off x="2247388" y="497803"/>
                    <a:ext cx="20499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C015EA8A-A384-A385-5773-B2BB154E87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7388" y="497803"/>
                    <a:ext cx="204992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30303" r="-2727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663AA2B0-7280-57BF-50CE-C41F7F58FC0A}"/>
                      </a:ext>
                    </a:extLst>
                  </p:cNvPr>
                  <p:cNvSpPr txBox="1"/>
                  <p:nvPr/>
                </p:nvSpPr>
                <p:spPr>
                  <a:xfrm>
                    <a:off x="3147968" y="493157"/>
                    <a:ext cx="19447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663AA2B0-7280-57BF-50CE-C41F7F58FC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7968" y="493157"/>
                    <a:ext cx="194476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A230A80D-00ED-3FB4-3452-6B05FDDE1BD6}"/>
                      </a:ext>
                    </a:extLst>
                  </p:cNvPr>
                  <p:cNvSpPr txBox="1"/>
                  <p:nvPr/>
                </p:nvSpPr>
                <p:spPr>
                  <a:xfrm>
                    <a:off x="4663575" y="498001"/>
                    <a:ext cx="2135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A230A80D-00ED-3FB4-3452-6B05FDDE1B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3575" y="498001"/>
                    <a:ext cx="213520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25714" r="-2571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7989B921-6911-88C8-CC56-240F6D2D2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716080" y="497803"/>
                    <a:ext cx="19460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7989B921-6911-88C8-CC56-240F6D2D26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6080" y="497803"/>
                    <a:ext cx="19460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2258" r="-32258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A7572277-7CB2-1B28-2A6D-CD85207F2AE3}"/>
                  </a:ext>
                </a:extLst>
              </p:cNvPr>
              <p:cNvSpPr/>
              <p:nvPr/>
            </p:nvSpPr>
            <p:spPr>
              <a:xfrm>
                <a:off x="2132319" y="71569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183976E-F557-E43D-74A7-6AB2EB24CC41}"/>
                  </a:ext>
                </a:extLst>
              </p:cNvPr>
              <p:cNvSpPr/>
              <p:nvPr/>
            </p:nvSpPr>
            <p:spPr>
              <a:xfrm>
                <a:off x="3100189" y="71569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0C8D220A-6F1B-2F20-3426-A865C081E33E}"/>
                  </a:ext>
                </a:extLst>
              </p:cNvPr>
              <p:cNvSpPr/>
              <p:nvPr/>
            </p:nvSpPr>
            <p:spPr>
              <a:xfrm>
                <a:off x="4623332" y="71569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D15C792-E690-4E52-F1EE-22C26DEE0799}"/>
                  </a:ext>
                </a:extLst>
              </p:cNvPr>
              <p:cNvSpPr/>
              <p:nvPr/>
            </p:nvSpPr>
            <p:spPr>
              <a:xfrm>
                <a:off x="1891777" y="71382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9" name="Arc 158">
                <a:extLst>
                  <a:ext uri="{FF2B5EF4-FFF2-40B4-BE49-F238E27FC236}">
                    <a16:creationId xmlns:a16="http://schemas.microsoft.com/office/drawing/2014/main" id="{39B70F87-C41F-FDE4-88FF-92A51BB39518}"/>
                  </a:ext>
                </a:extLst>
              </p:cNvPr>
              <p:cNvSpPr/>
              <p:nvPr/>
            </p:nvSpPr>
            <p:spPr>
              <a:xfrm>
                <a:off x="4841924" y="-217824"/>
                <a:ext cx="540000" cy="540000"/>
              </a:xfrm>
              <a:prstGeom prst="arc">
                <a:avLst>
                  <a:gd name="adj1" fmla="val 14141343"/>
                  <a:gd name="adj2" fmla="val 3165064"/>
                </a:avLst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8DA14BE5-29D5-4777-FAFA-48F15AF76242}"/>
                      </a:ext>
                    </a:extLst>
                  </p:cNvPr>
                  <p:cNvSpPr txBox="1"/>
                  <p:nvPr/>
                </p:nvSpPr>
                <p:spPr>
                  <a:xfrm>
                    <a:off x="4818720" y="-145207"/>
                    <a:ext cx="492764" cy="28918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8DA14BE5-29D5-4777-FAFA-48F15AF762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8720" y="-145207"/>
                    <a:ext cx="492764" cy="28918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1111" b="-104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622C5EA-28AC-FA9D-639E-AA8D1320BDE9}"/>
                </a:ext>
              </a:extLst>
            </p:cNvPr>
            <p:cNvSpPr txBox="1"/>
            <p:nvPr/>
          </p:nvSpPr>
          <p:spPr>
            <a:xfrm>
              <a:off x="1953404" y="1431592"/>
              <a:ext cx="17129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AU" sz="1200" dirty="0"/>
                <a:t>7.5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828AC4-8F52-E643-C219-0F07C80BDE42}"/>
                </a:ext>
              </a:extLst>
            </p:cNvPr>
            <p:cNvSpPr txBox="1"/>
            <p:nvPr/>
          </p:nvSpPr>
          <p:spPr>
            <a:xfrm>
              <a:off x="2371725" y="1425084"/>
              <a:ext cx="5691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13.5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78E391-7F01-09E7-7BE1-D81A944DA52C}"/>
                </a:ext>
              </a:extLst>
            </p:cNvPr>
            <p:cNvSpPr txBox="1"/>
            <p:nvPr/>
          </p:nvSpPr>
          <p:spPr>
            <a:xfrm>
              <a:off x="3636127" y="1425274"/>
              <a:ext cx="5691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19</a:t>
              </a:r>
              <a:endParaRPr lang="en-AU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F4C244-963E-C61F-73AE-AD302E255C7F}"/>
                </a:ext>
              </a:extLst>
            </p:cNvPr>
            <p:cNvSpPr txBox="1"/>
            <p:nvPr/>
          </p:nvSpPr>
          <p:spPr>
            <a:xfrm>
              <a:off x="4729212" y="1425274"/>
              <a:ext cx="1698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4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A8AB9D3-B4AB-EECC-E360-6312E075810B}"/>
              </a:ext>
            </a:extLst>
          </p:cNvPr>
          <p:cNvGrpSpPr/>
          <p:nvPr/>
        </p:nvGrpSpPr>
        <p:grpSpPr>
          <a:xfrm>
            <a:off x="5871263" y="-338075"/>
            <a:ext cx="4310911" cy="6990337"/>
            <a:chOff x="5871263" y="-338075"/>
            <a:chExt cx="4310911" cy="6990337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FC5100-CBB3-3245-93CF-9B5DF18B0042}"/>
                </a:ext>
              </a:extLst>
            </p:cNvPr>
            <p:cNvGrpSpPr/>
            <p:nvPr/>
          </p:nvGrpSpPr>
          <p:grpSpPr>
            <a:xfrm>
              <a:off x="5871263" y="-338075"/>
              <a:ext cx="4310911" cy="6990337"/>
              <a:chOff x="5871263" y="-338075"/>
              <a:chExt cx="4310911" cy="6990337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A1D9D18-8F9E-64FA-2646-4D4F3AE32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64270" y="226338"/>
                <a:ext cx="3947759" cy="1657084"/>
              </a:xfrm>
              <a:prstGeom prst="rect">
                <a:avLst/>
              </a:prstGeom>
            </p:spPr>
          </p:pic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93C0744-EF6F-C39F-D7F1-16C2A8A529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8149" y="756925"/>
                <a:ext cx="36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A2D98EC-555E-849E-A4E3-997979BFF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00" t="3192" r="300" b="229"/>
              <a:stretch>
                <a:fillRect/>
              </a:stretch>
            </p:blipFill>
            <p:spPr>
              <a:xfrm>
                <a:off x="5871263" y="1872957"/>
                <a:ext cx="3779999" cy="4779305"/>
              </a:xfrm>
              <a:prstGeom prst="rect">
                <a:avLst/>
              </a:prstGeom>
            </p:spPr>
          </p:pic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1E98AF4-8B85-1E02-0966-0A057C7B74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587831" y="4093530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8839F18-247A-061E-F2F2-2173A5729F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553824" y="4093530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7198F24-338C-E902-B9B2-27BE3B0EFB4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7082587" y="4085384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66608EB-92B1-4833-6620-EEEA8F058BD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7404752" y="4085384"/>
                <a:ext cx="4500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EEEA98D-7E09-DE92-F20E-8CA39D145934}"/>
                  </a:ext>
                </a:extLst>
              </p:cNvPr>
              <p:cNvGrpSpPr/>
              <p:nvPr/>
            </p:nvGrpSpPr>
            <p:grpSpPr>
              <a:xfrm>
                <a:off x="5928447" y="-336356"/>
                <a:ext cx="648995" cy="810928"/>
                <a:chOff x="1077151" y="3600450"/>
                <a:chExt cx="648995" cy="810928"/>
              </a:xfrm>
            </p:grpSpPr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E206B2-6963-100D-AA8F-4BDE6BDAA143}"/>
                    </a:ext>
                  </a:extLst>
                </p:cNvPr>
                <p:cNvCxnSpPr/>
                <p:nvPr/>
              </p:nvCxnSpPr>
              <p:spPr>
                <a:xfrm>
                  <a:off x="1158488" y="3738378"/>
                  <a:ext cx="0" cy="396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7BEBCAC8-280E-5727-10DE-28A65990876A}"/>
                    </a:ext>
                  </a:extLst>
                </p:cNvPr>
                <p:cNvCxnSpPr/>
                <p:nvPr/>
              </p:nvCxnSpPr>
              <p:spPr>
                <a:xfrm flipV="1">
                  <a:off x="1148963" y="3747903"/>
                  <a:ext cx="396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1F95AFE1-7849-A0B1-D2E8-159289BE7C76}"/>
                    </a:ext>
                  </a:extLst>
                </p:cNvPr>
                <p:cNvSpPr/>
                <p:nvPr/>
              </p:nvSpPr>
              <p:spPr>
                <a:xfrm flipV="1">
                  <a:off x="1227093" y="3817403"/>
                  <a:ext cx="252000" cy="252000"/>
                </a:xfrm>
                <a:prstGeom prst="arc">
                  <a:avLst>
                    <a:gd name="adj1" fmla="val 12946277"/>
                    <a:gd name="adj2" fmla="val 4903603"/>
                  </a:avLst>
                </a:prstGeom>
                <a:ln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6A1F8E6-62F7-4E5F-616F-5E981C0585C1}"/>
                    </a:ext>
                  </a:extLst>
                </p:cNvPr>
                <p:cNvCxnSpPr/>
                <p:nvPr/>
              </p:nvCxnSpPr>
              <p:spPr>
                <a:xfrm flipV="1">
                  <a:off x="1353863" y="3891649"/>
                  <a:ext cx="0" cy="1080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6EACEE2-A18E-131D-8217-55F56FE5F814}"/>
                    </a:ext>
                  </a:extLst>
                </p:cNvPr>
                <p:cNvCxnSpPr/>
                <p:nvPr/>
              </p:nvCxnSpPr>
              <p:spPr>
                <a:xfrm flipV="1">
                  <a:off x="1296712" y="3945649"/>
                  <a:ext cx="108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B941D3DE-4350-79FA-F36B-32A286D46AD8}"/>
                        </a:ext>
                      </a:extLst>
                    </p:cNvPr>
                    <p:cNvSpPr txBox="1"/>
                    <p:nvPr/>
                  </p:nvSpPr>
                  <p:spPr>
                    <a:xfrm rot="10800000" flipV="1">
                      <a:off x="1077151" y="4134379"/>
                      <a:ext cx="16267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AU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oMath>
                        </m:oMathPara>
                      </a14:m>
                      <a:endParaRPr kumimoji="0" lang="en-AU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B941D3DE-4350-79FA-F36B-32A286D46A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0800000" flipV="1">
                      <a:off x="1077151" y="4134379"/>
                      <a:ext cx="162673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3077" r="-230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C4C4AAA8-516D-1A04-562B-48092FC221AA}"/>
                        </a:ext>
                      </a:extLst>
                    </p:cNvPr>
                    <p:cNvSpPr txBox="1"/>
                    <p:nvPr/>
                  </p:nvSpPr>
                  <p:spPr>
                    <a:xfrm rot="10800000" flipV="1">
                      <a:off x="1549238" y="3600450"/>
                      <a:ext cx="17690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AU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oMath>
                        </m:oMathPara>
                      </a14:m>
                      <a:endParaRPr kumimoji="0" lang="en-AU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C4C4AAA8-516D-1A04-562B-48092FC221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0800000" flipV="1">
                      <a:off x="1549238" y="3600450"/>
                      <a:ext cx="1769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0690" r="-172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B5914B9-CE66-A27F-5C77-416339E825F3}"/>
                      </a:ext>
                    </a:extLst>
                  </p:cNvPr>
                  <p:cNvSpPr txBox="1"/>
                  <p:nvPr/>
                </p:nvSpPr>
                <p:spPr>
                  <a:xfrm>
                    <a:off x="7560883" y="-338075"/>
                    <a:ext cx="474938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B5914B9-CE66-A27F-5C77-416339E825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0883" y="-338075"/>
                    <a:ext cx="474938" cy="3007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1538" r="-1282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5FEA32C-873D-DD9E-5DF5-64A3864D0299}"/>
                      </a:ext>
                    </a:extLst>
                  </p:cNvPr>
                  <p:cNvSpPr txBox="1"/>
                  <p:nvPr/>
                </p:nvSpPr>
                <p:spPr>
                  <a:xfrm>
                    <a:off x="6596933" y="-338075"/>
                    <a:ext cx="474938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5FEA32C-873D-DD9E-5DF5-64A3864D02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6933" y="-338075"/>
                    <a:ext cx="474938" cy="3007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538" r="-1282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3E83679-D3E6-1A56-C4D7-BD8CD968F486}"/>
                      </a:ext>
                    </a:extLst>
                  </p:cNvPr>
                  <p:cNvSpPr txBox="1"/>
                  <p:nvPr/>
                </p:nvSpPr>
                <p:spPr>
                  <a:xfrm>
                    <a:off x="9188727" y="-337145"/>
                    <a:ext cx="29302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3E83679-D3E6-1A56-C4D7-BD8CD968F4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8727" y="-337145"/>
                    <a:ext cx="293029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8750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536249D6-AD05-EE5A-A77A-DC93B8740F82}"/>
                      </a:ext>
                    </a:extLst>
                  </p:cNvPr>
                  <p:cNvSpPr txBox="1"/>
                  <p:nvPr/>
                </p:nvSpPr>
                <p:spPr>
                  <a:xfrm>
                    <a:off x="9800754" y="403335"/>
                    <a:ext cx="3034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536249D6-AD05-EE5A-A77A-DC93B8740F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0754" y="403335"/>
                    <a:ext cx="30341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B1D96838-6A42-08E5-5FE5-2D6552C920D4}"/>
                      </a:ext>
                    </a:extLst>
                  </p:cNvPr>
                  <p:cNvSpPr txBox="1"/>
                  <p:nvPr/>
                </p:nvSpPr>
                <p:spPr>
                  <a:xfrm>
                    <a:off x="6262112" y="756701"/>
                    <a:ext cx="351956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B1D96838-6A42-08E5-5FE5-2D6552C92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2112" y="756701"/>
                    <a:ext cx="351956" cy="3007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5517" r="-1724" b="-204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FCBFB07-E9D3-BB4D-27AB-06C5AC5D4243}"/>
                      </a:ext>
                    </a:extLst>
                  </p:cNvPr>
                  <p:cNvSpPr txBox="1"/>
                  <p:nvPr/>
                </p:nvSpPr>
                <p:spPr>
                  <a:xfrm>
                    <a:off x="8102752" y="760021"/>
                    <a:ext cx="351956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AU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FCBFB07-E9D3-BB4D-27AB-06C5AC5D42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2752" y="760021"/>
                    <a:ext cx="351956" cy="30078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5517" r="-1724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98818495-4BFF-6190-468F-D7E7C0F20D04}"/>
                  </a:ext>
                </a:extLst>
              </p:cNvPr>
              <p:cNvGrpSpPr/>
              <p:nvPr/>
            </p:nvGrpSpPr>
            <p:grpSpPr>
              <a:xfrm>
                <a:off x="6556750" y="848002"/>
                <a:ext cx="540000" cy="165854"/>
                <a:chOff x="285750" y="2873216"/>
                <a:chExt cx="540000" cy="165854"/>
              </a:xfrm>
            </p:grpSpPr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7842CC80-BF8C-3659-3D39-F854B98DC4CF}"/>
                    </a:ext>
                  </a:extLst>
                </p:cNvPr>
                <p:cNvCxnSpPr/>
                <p:nvPr/>
              </p:nvCxnSpPr>
              <p:spPr>
                <a:xfrm>
                  <a:off x="285750" y="2956560"/>
                  <a:ext cx="54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0B6012C4-7CA5-4077-77FB-EA4A3BE05918}"/>
                    </a:ext>
                  </a:extLst>
                </p:cNvPr>
                <p:cNvGrpSpPr/>
                <p:nvPr/>
              </p:nvGrpSpPr>
              <p:grpSpPr>
                <a:xfrm>
                  <a:off x="567655" y="2873216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BE3B0F15-1F07-749D-71D0-67CE7B5B36C3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4F72FD1A-1177-3113-FA11-D2805E0002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BC51DC94-1304-2160-63FF-C432AC4405BF}"/>
                    </a:ext>
                  </a:extLst>
                </p:cNvPr>
                <p:cNvGrpSpPr/>
                <p:nvPr/>
              </p:nvGrpSpPr>
              <p:grpSpPr>
                <a:xfrm>
                  <a:off x="465750" y="2874050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998D2D80-76FB-8A10-4FBD-0F9C7C15B738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8E83B304-BFD9-639B-6B3E-768E34D3F1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784503A8-AC15-EF64-6979-336B9F26866F}"/>
                  </a:ext>
                </a:extLst>
              </p:cNvPr>
              <p:cNvGrpSpPr/>
              <p:nvPr/>
            </p:nvGrpSpPr>
            <p:grpSpPr>
              <a:xfrm flipH="1">
                <a:off x="7525125" y="841989"/>
                <a:ext cx="540000" cy="165854"/>
                <a:chOff x="285750" y="2873216"/>
                <a:chExt cx="540000" cy="165854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ADCC5F93-F56F-C838-419B-9E5049D1CAB3}"/>
                    </a:ext>
                  </a:extLst>
                </p:cNvPr>
                <p:cNvCxnSpPr/>
                <p:nvPr/>
              </p:nvCxnSpPr>
              <p:spPr>
                <a:xfrm>
                  <a:off x="285750" y="2956560"/>
                  <a:ext cx="54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D05EB8F3-E6C7-6BD9-B1E0-4A9E3586483F}"/>
                    </a:ext>
                  </a:extLst>
                </p:cNvPr>
                <p:cNvGrpSpPr/>
                <p:nvPr/>
              </p:nvGrpSpPr>
              <p:grpSpPr>
                <a:xfrm>
                  <a:off x="567655" y="2873216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7494FFF5-9C4E-B41B-6911-41A510C81459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8F14D783-5C0D-2EEB-C652-DF8EF3108D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DBC1E6D7-7C55-7AE5-783E-4F65161B5A8F}"/>
                    </a:ext>
                  </a:extLst>
                </p:cNvPr>
                <p:cNvGrpSpPr/>
                <p:nvPr/>
              </p:nvGrpSpPr>
              <p:grpSpPr>
                <a:xfrm>
                  <a:off x="465750" y="2874050"/>
                  <a:ext cx="90000" cy="165020"/>
                  <a:chOff x="605976" y="2626519"/>
                  <a:chExt cx="90000" cy="165020"/>
                </a:xfrm>
              </p:grpSpPr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55C209BD-6BC9-B8FB-F7D1-F78D1963DF6A}"/>
                      </a:ext>
                    </a:extLst>
                  </p:cNvPr>
                  <p:cNvCxnSpPr/>
                  <p:nvPr/>
                </p:nvCxnSpPr>
                <p:spPr>
                  <a:xfrm>
                    <a:off x="605976" y="2626519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B7E9C59F-CBDB-40C1-C9A9-5E072E55A8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5976" y="2703433"/>
                    <a:ext cx="90000" cy="88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9549E2B8-E950-64C5-2598-34F67A48A844}"/>
                  </a:ext>
                </a:extLst>
              </p:cNvPr>
              <p:cNvCxnSpPr/>
              <p:nvPr/>
            </p:nvCxnSpPr>
            <p:spPr>
              <a:xfrm>
                <a:off x="6840590" y="-63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CB57F426-76CF-E1E0-AD56-7CFE2D99C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7056" y="-63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D489A672-6FA3-C95A-0423-E6A94583B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0366" y="-6381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68EB874D-F01A-1077-EC96-EF4AE8F8DD8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691077" y="400369"/>
                <a:ext cx="0" cy="72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B383204-9852-EA60-2F0A-E440518DE37A}"/>
                      </a:ext>
                    </a:extLst>
                  </p:cNvPr>
                  <p:cNvSpPr txBox="1"/>
                  <p:nvPr/>
                </p:nvSpPr>
                <p:spPr>
                  <a:xfrm>
                    <a:off x="6919850" y="503706"/>
                    <a:ext cx="20499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B383204-9852-EA60-2F0A-E440518DE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9850" y="503706"/>
                    <a:ext cx="20499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6471" r="-2647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F5A142ED-DDC4-5623-463C-77EB0AE15F6B}"/>
                      </a:ext>
                    </a:extLst>
                  </p:cNvPr>
                  <p:cNvSpPr txBox="1"/>
                  <p:nvPr/>
                </p:nvSpPr>
                <p:spPr>
                  <a:xfrm>
                    <a:off x="7820430" y="499060"/>
                    <a:ext cx="19447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F5A142ED-DDC4-5623-463C-77EB0AE15F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20430" y="499060"/>
                    <a:ext cx="19447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250" r="-25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64A8080A-3CF1-A114-0CC5-AA9F21AE8D06}"/>
                      </a:ext>
                    </a:extLst>
                  </p:cNvPr>
                  <p:cNvSpPr txBox="1"/>
                  <p:nvPr/>
                </p:nvSpPr>
                <p:spPr>
                  <a:xfrm>
                    <a:off x="9336037" y="503904"/>
                    <a:ext cx="2135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64A8080A-3CF1-A114-0CC5-AA9F21AE8D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36037" y="503904"/>
                    <a:ext cx="213520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8571" r="-2285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5F202451-060D-9C05-6916-DB468200C0A1}"/>
                      </a:ext>
                    </a:extLst>
                  </p:cNvPr>
                  <p:cNvSpPr txBox="1"/>
                  <p:nvPr/>
                </p:nvSpPr>
                <p:spPr>
                  <a:xfrm>
                    <a:off x="6388542" y="503706"/>
                    <a:ext cx="19460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5F202451-060D-9C05-6916-DB468200C0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8542" y="503706"/>
                    <a:ext cx="19460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1250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745A67D7-5163-BC3E-A21C-566D51C29E40}"/>
                  </a:ext>
                </a:extLst>
              </p:cNvPr>
              <p:cNvSpPr/>
              <p:nvPr/>
            </p:nvSpPr>
            <p:spPr>
              <a:xfrm>
                <a:off x="6804781" y="72159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D9B27CE-9AF7-DFEB-B6F3-A6E9A8C177B7}"/>
                  </a:ext>
                </a:extLst>
              </p:cNvPr>
              <p:cNvSpPr/>
              <p:nvPr/>
            </p:nvSpPr>
            <p:spPr>
              <a:xfrm>
                <a:off x="7772651" y="72159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79D34BA9-8A0D-44E5-FF05-7587554B6E40}"/>
                  </a:ext>
                </a:extLst>
              </p:cNvPr>
              <p:cNvSpPr/>
              <p:nvPr/>
            </p:nvSpPr>
            <p:spPr>
              <a:xfrm>
                <a:off x="9295794" y="72159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E355319-451B-58F7-E03C-DB61F1896F6F}"/>
                  </a:ext>
                </a:extLst>
              </p:cNvPr>
              <p:cNvSpPr/>
              <p:nvPr/>
            </p:nvSpPr>
            <p:spPr>
              <a:xfrm>
                <a:off x="6564239" y="719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7" name="Arc 156">
                <a:extLst>
                  <a:ext uri="{FF2B5EF4-FFF2-40B4-BE49-F238E27FC236}">
                    <a16:creationId xmlns:a16="http://schemas.microsoft.com/office/drawing/2014/main" id="{A2CE74D3-380D-8260-0CDC-1E100F2F123F}"/>
                  </a:ext>
                </a:extLst>
              </p:cNvPr>
              <p:cNvSpPr/>
              <p:nvPr/>
            </p:nvSpPr>
            <p:spPr>
              <a:xfrm>
                <a:off x="9642174" y="-217824"/>
                <a:ext cx="540000" cy="540000"/>
              </a:xfrm>
              <a:prstGeom prst="arc">
                <a:avLst>
                  <a:gd name="adj1" fmla="val 14141343"/>
                  <a:gd name="adj2" fmla="val 3165064"/>
                </a:avLst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E9EC8C6E-C361-777F-C13C-CB79669B6487}"/>
                      </a:ext>
                    </a:extLst>
                  </p:cNvPr>
                  <p:cNvSpPr txBox="1"/>
                  <p:nvPr/>
                </p:nvSpPr>
                <p:spPr>
                  <a:xfrm>
                    <a:off x="9618970" y="-145207"/>
                    <a:ext cx="510781" cy="2989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kumimoji="0" lang="en-AU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E9EC8C6E-C361-777F-C13C-CB79669B64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8970" y="-145207"/>
                    <a:ext cx="510781" cy="29892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1905" r="-2381" b="-204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6C55EA-D51E-869D-CA8D-770A1430F6FB}"/>
                </a:ext>
              </a:extLst>
            </p:cNvPr>
            <p:cNvSpPr txBox="1"/>
            <p:nvPr/>
          </p:nvSpPr>
          <p:spPr>
            <a:xfrm>
              <a:off x="6634809" y="1431592"/>
              <a:ext cx="17129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AU" sz="1200" dirty="0"/>
                <a:t>7.5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72AA652-4BE4-38B4-BC9D-40228106FCB5}"/>
                </a:ext>
              </a:extLst>
            </p:cNvPr>
            <p:cNvSpPr txBox="1"/>
            <p:nvPr/>
          </p:nvSpPr>
          <p:spPr>
            <a:xfrm>
              <a:off x="7053130" y="1425084"/>
              <a:ext cx="5691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13.5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97090EB-11A2-6905-A6D6-98523A8CE612}"/>
                </a:ext>
              </a:extLst>
            </p:cNvPr>
            <p:cNvSpPr txBox="1"/>
            <p:nvPr/>
          </p:nvSpPr>
          <p:spPr>
            <a:xfrm>
              <a:off x="8317532" y="1425274"/>
              <a:ext cx="5691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19</a:t>
              </a:r>
              <a:endParaRPr lang="en-AU" sz="16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08A2CDF-BF89-4201-EFA1-8940B1F27DD9}"/>
                </a:ext>
              </a:extLst>
            </p:cNvPr>
            <p:cNvSpPr txBox="1"/>
            <p:nvPr/>
          </p:nvSpPr>
          <p:spPr>
            <a:xfrm>
              <a:off x="9410617" y="1425274"/>
              <a:ext cx="1698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309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CBBE328-B221-E8D1-B045-E1F064972898}"/>
              </a:ext>
            </a:extLst>
          </p:cNvPr>
          <p:cNvGrpSpPr/>
          <p:nvPr/>
        </p:nvGrpSpPr>
        <p:grpSpPr>
          <a:xfrm>
            <a:off x="3943350" y="2324100"/>
            <a:ext cx="3880624" cy="3359150"/>
            <a:chOff x="3943350" y="2324100"/>
            <a:chExt cx="3880624" cy="33591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68F43A-51B6-B0AA-50A7-08A6A7319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3350" y="2532644"/>
              <a:ext cx="3880624" cy="31506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4834225-732C-5C60-2E51-2D13C48A273B}"/>
                    </a:ext>
                  </a:extLst>
                </p:cNvPr>
                <p:cNvSpPr txBox="1"/>
                <p:nvPr/>
              </p:nvSpPr>
              <p:spPr>
                <a:xfrm>
                  <a:off x="4254500" y="2324100"/>
                  <a:ext cx="8665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𝐴𝑙𝑖𝑔𝑛𝑒𝑑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4834225-732C-5C60-2E51-2D13C48A27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500" y="2324100"/>
                  <a:ext cx="86651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859" t="-2174" r="-915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3B21D1E-9264-4640-FCC8-E0A2574D972B}"/>
                    </a:ext>
                  </a:extLst>
                </p:cNvPr>
                <p:cNvSpPr txBox="1"/>
                <p:nvPr/>
              </p:nvSpPr>
              <p:spPr>
                <a:xfrm>
                  <a:off x="6457385" y="2324100"/>
                  <a:ext cx="1227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𝑀𝑖𝑠𝑎𝑙𝑖𝑔𝑛𝑒𝑑</m:t>
                        </m:r>
                      </m:oMath>
                    </m:oMathPara>
                  </a14:m>
                  <a:endParaRPr lang="en-AU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3B21D1E-9264-4640-FCC8-E0A2574D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385" y="2324100"/>
                  <a:ext cx="122719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436" t="-2174" r="-5941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804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c0b52a3-68c5-44f7-881d-9383d8850b96}" enabled="0" method="" siteId="{dc0b52a3-68c5-44f7-881d-9383d8850b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135</Words>
  <Application>Microsoft Office PowerPoint</Application>
  <PresentationFormat>Widescreen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Telfer</dc:creator>
  <cp:lastModifiedBy>Adam Telfer</cp:lastModifiedBy>
  <cp:revision>1</cp:revision>
  <dcterms:created xsi:type="dcterms:W3CDTF">2025-10-14T02:02:47Z</dcterms:created>
  <dcterms:modified xsi:type="dcterms:W3CDTF">2025-11-18T05:12:27Z</dcterms:modified>
</cp:coreProperties>
</file>